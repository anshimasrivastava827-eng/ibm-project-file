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47FF4D-CC2E-4C28-8ED4-0E80789299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5B080E6-E3CE-4CA6-9DDA-983D9F3F8AA8}">
      <dgm:prSet/>
      <dgm:spPr/>
      <dgm:t>
        <a:bodyPr/>
        <a:lstStyle/>
        <a:p>
          <a:endParaRPr lang="en-IN"/>
        </a:p>
      </dgm:t>
    </dgm:pt>
    <dgm:pt modelId="{B4D6A80B-495F-4D01-9858-C175810B8815}" type="parTrans" cxnId="{3FCBD3E1-1E48-4119-8E07-655B6C929D7E}">
      <dgm:prSet/>
      <dgm:spPr/>
      <dgm:t>
        <a:bodyPr/>
        <a:lstStyle/>
        <a:p>
          <a:endParaRPr lang="en-IN"/>
        </a:p>
      </dgm:t>
    </dgm:pt>
    <dgm:pt modelId="{13FDFF4D-0E4E-414B-83D5-C62A044E3998}" type="sibTrans" cxnId="{3FCBD3E1-1E48-4119-8E07-655B6C929D7E}">
      <dgm:prSet/>
      <dgm:spPr/>
      <dgm:t>
        <a:bodyPr/>
        <a:lstStyle/>
        <a:p>
          <a:endParaRPr lang="en-IN"/>
        </a:p>
      </dgm:t>
    </dgm:pt>
    <dgm:pt modelId="{171398D8-00F3-44C2-A894-C6E601BF1326}">
      <dgm:prSet custT="1"/>
      <dgm:spPr/>
      <dgm:t>
        <a:bodyPr/>
        <a:lstStyle/>
        <a:p>
          <a:pPr algn="ctr"/>
          <a:r>
            <a:rPr lang="en-IN" sz="4800" b="1" u="sng" baseline="0" dirty="0">
              <a:solidFill>
                <a:schemeClr val="tx1"/>
              </a:solidFill>
            </a:rPr>
            <a:t>Project Overview</a:t>
          </a:r>
          <a:endParaRPr lang="en-IN" sz="4800" dirty="0">
            <a:solidFill>
              <a:schemeClr val="tx1"/>
            </a:solidFill>
          </a:endParaRPr>
        </a:p>
      </dgm:t>
    </dgm:pt>
    <dgm:pt modelId="{C03294C2-6112-49E8-98FC-CE2D6A277646}" type="parTrans" cxnId="{9331941F-D675-4225-AF4A-7777A1B10DA2}">
      <dgm:prSet/>
      <dgm:spPr/>
      <dgm:t>
        <a:bodyPr/>
        <a:lstStyle/>
        <a:p>
          <a:endParaRPr lang="en-IN"/>
        </a:p>
      </dgm:t>
    </dgm:pt>
    <dgm:pt modelId="{7D005CBC-0556-4820-981A-6366FEEE44EF}" type="sibTrans" cxnId="{9331941F-D675-4225-AF4A-7777A1B10DA2}">
      <dgm:prSet/>
      <dgm:spPr/>
      <dgm:t>
        <a:bodyPr/>
        <a:lstStyle/>
        <a:p>
          <a:endParaRPr lang="en-IN"/>
        </a:p>
      </dgm:t>
    </dgm:pt>
    <dgm:pt modelId="{58DCE38D-0335-4F22-A574-69A5B8E3EF93}">
      <dgm:prSet/>
      <dgm:spPr/>
      <dgm:t>
        <a:bodyPr/>
        <a:lstStyle/>
        <a:p>
          <a:r>
            <a:rPr lang="en-IN" baseline="0" dirty="0"/>
            <a:t>Objective: Identify factors that influence customer churn</a:t>
          </a:r>
          <a:endParaRPr lang="en-IN" dirty="0"/>
        </a:p>
      </dgm:t>
    </dgm:pt>
    <dgm:pt modelId="{FE03FC9C-95C4-439F-833C-258915C57456}" type="parTrans" cxnId="{D5F1C9F6-D219-4094-B625-0C472D899F54}">
      <dgm:prSet/>
      <dgm:spPr/>
      <dgm:t>
        <a:bodyPr/>
        <a:lstStyle/>
        <a:p>
          <a:endParaRPr lang="en-IN"/>
        </a:p>
      </dgm:t>
    </dgm:pt>
    <dgm:pt modelId="{D6BE93D2-985B-4184-9CF2-6E5844887F4E}" type="sibTrans" cxnId="{D5F1C9F6-D219-4094-B625-0C472D899F54}">
      <dgm:prSet/>
      <dgm:spPr/>
      <dgm:t>
        <a:bodyPr/>
        <a:lstStyle/>
        <a:p>
          <a:endParaRPr lang="en-IN"/>
        </a:p>
      </dgm:t>
    </dgm:pt>
    <dgm:pt modelId="{C51D8AC4-B76F-4CAC-939A-CEDC87170D72}">
      <dgm:prSet/>
      <dgm:spPr/>
      <dgm:t>
        <a:bodyPr/>
        <a:lstStyle/>
        <a:p>
          <a:r>
            <a:rPr lang="en-IN" baseline="0"/>
            <a:t>Dataset: Telecom customer data</a:t>
          </a:r>
          <a:endParaRPr lang="en-IN"/>
        </a:p>
      </dgm:t>
    </dgm:pt>
    <dgm:pt modelId="{5FA7F8DF-A067-4D11-A79A-989EAA3D2B79}" type="parTrans" cxnId="{44B43BE8-5C2F-4E3B-A8A2-FC7D69111B1F}">
      <dgm:prSet/>
      <dgm:spPr/>
      <dgm:t>
        <a:bodyPr/>
        <a:lstStyle/>
        <a:p>
          <a:endParaRPr lang="en-IN"/>
        </a:p>
      </dgm:t>
    </dgm:pt>
    <dgm:pt modelId="{8F104BF2-B007-43A2-AA9E-4B1CB3EAA6C0}" type="sibTrans" cxnId="{44B43BE8-5C2F-4E3B-A8A2-FC7D69111B1F}">
      <dgm:prSet/>
      <dgm:spPr/>
      <dgm:t>
        <a:bodyPr/>
        <a:lstStyle/>
        <a:p>
          <a:endParaRPr lang="en-IN"/>
        </a:p>
      </dgm:t>
    </dgm:pt>
    <dgm:pt modelId="{80794120-766D-45C7-BA5B-32A596383922}">
      <dgm:prSet/>
      <dgm:spPr/>
      <dgm:t>
        <a:bodyPr/>
        <a:lstStyle/>
        <a:p>
          <a:r>
            <a:rPr lang="en-IN" baseline="0"/>
            <a:t>Tools Used: Python, Pandas, NumPy, Matplotlib, Seaborn</a:t>
          </a:r>
          <a:endParaRPr lang="en-IN"/>
        </a:p>
      </dgm:t>
    </dgm:pt>
    <dgm:pt modelId="{5A1C52A8-0F99-453D-A517-2C6DF5241E1A}" type="parTrans" cxnId="{CE1C1746-EF9B-4AEE-853A-DE2E19736831}">
      <dgm:prSet/>
      <dgm:spPr/>
      <dgm:t>
        <a:bodyPr/>
        <a:lstStyle/>
        <a:p>
          <a:endParaRPr lang="en-IN"/>
        </a:p>
      </dgm:t>
    </dgm:pt>
    <dgm:pt modelId="{8C108A8C-F5C2-438B-A7FB-464D0E489F99}" type="sibTrans" cxnId="{CE1C1746-EF9B-4AEE-853A-DE2E19736831}">
      <dgm:prSet/>
      <dgm:spPr/>
      <dgm:t>
        <a:bodyPr/>
        <a:lstStyle/>
        <a:p>
          <a:endParaRPr lang="en-IN"/>
        </a:p>
      </dgm:t>
    </dgm:pt>
    <dgm:pt modelId="{0F0F572F-94EE-42B7-A4A5-77A4D4F365C6}">
      <dgm:prSet/>
      <dgm:spPr/>
      <dgm:t>
        <a:bodyPr/>
        <a:lstStyle/>
        <a:p>
          <a:r>
            <a:rPr lang="en-IN" baseline="0"/>
            <a:t>Focus: Behaviour patterns, service usage, churn trends</a:t>
          </a:r>
          <a:endParaRPr lang="en-IN"/>
        </a:p>
      </dgm:t>
    </dgm:pt>
    <dgm:pt modelId="{4D93D52F-86FB-44D7-A7E0-9DFE1D2DECD0}" type="parTrans" cxnId="{6E8A2ACF-CB00-48E4-9255-B123D34095EA}">
      <dgm:prSet/>
      <dgm:spPr/>
      <dgm:t>
        <a:bodyPr/>
        <a:lstStyle/>
        <a:p>
          <a:endParaRPr lang="en-IN"/>
        </a:p>
      </dgm:t>
    </dgm:pt>
    <dgm:pt modelId="{5CB40082-4741-4B81-A06B-6DAE34CB41C3}" type="sibTrans" cxnId="{6E8A2ACF-CB00-48E4-9255-B123D34095EA}">
      <dgm:prSet/>
      <dgm:spPr/>
      <dgm:t>
        <a:bodyPr/>
        <a:lstStyle/>
        <a:p>
          <a:endParaRPr lang="en-IN"/>
        </a:p>
      </dgm:t>
    </dgm:pt>
    <dgm:pt modelId="{8462894E-2851-41C6-89BF-D318187A7DDF}" type="pres">
      <dgm:prSet presAssocID="{6A47FF4D-CC2E-4C28-8ED4-0E807892992E}" presName="linear" presStyleCnt="0">
        <dgm:presLayoutVars>
          <dgm:animLvl val="lvl"/>
          <dgm:resizeHandles val="exact"/>
        </dgm:presLayoutVars>
      </dgm:prSet>
      <dgm:spPr/>
    </dgm:pt>
    <dgm:pt modelId="{3789FDA9-ECAB-492C-8C1E-00CE3BC009FA}" type="pres">
      <dgm:prSet presAssocID="{E5B080E6-E3CE-4CA6-9DDA-983D9F3F8AA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9FF27A5-7F0A-4877-8B0E-D69232C39333}" type="pres">
      <dgm:prSet presAssocID="{13FDFF4D-0E4E-414B-83D5-C62A044E3998}" presName="spacer" presStyleCnt="0"/>
      <dgm:spPr/>
    </dgm:pt>
    <dgm:pt modelId="{8F167203-2FC3-4B4B-A0BF-337859555763}" type="pres">
      <dgm:prSet presAssocID="{171398D8-00F3-44C2-A894-C6E601BF1326}" presName="parentText" presStyleLbl="node1" presStyleIdx="1" presStyleCnt="2" custLinFactNeighborX="2089" custLinFactNeighborY="-44832">
        <dgm:presLayoutVars>
          <dgm:chMax val="0"/>
          <dgm:bulletEnabled val="1"/>
        </dgm:presLayoutVars>
      </dgm:prSet>
      <dgm:spPr/>
    </dgm:pt>
    <dgm:pt modelId="{3A0B7DA3-66F0-4D47-B3D2-99627B973794}" type="pres">
      <dgm:prSet presAssocID="{171398D8-00F3-44C2-A894-C6E601BF132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D04520D-0042-4A7B-B41E-66D22DB88768}" type="presOf" srcId="{80794120-766D-45C7-BA5B-32A596383922}" destId="{3A0B7DA3-66F0-4D47-B3D2-99627B973794}" srcOrd="0" destOrd="2" presId="urn:microsoft.com/office/officeart/2005/8/layout/vList2"/>
    <dgm:cxn modelId="{9331941F-D675-4225-AF4A-7777A1B10DA2}" srcId="{6A47FF4D-CC2E-4C28-8ED4-0E807892992E}" destId="{171398D8-00F3-44C2-A894-C6E601BF1326}" srcOrd="1" destOrd="0" parTransId="{C03294C2-6112-49E8-98FC-CE2D6A277646}" sibTransId="{7D005CBC-0556-4820-981A-6366FEEE44EF}"/>
    <dgm:cxn modelId="{97F07E20-2EB9-4CF1-AE16-B915CB723D93}" type="presOf" srcId="{171398D8-00F3-44C2-A894-C6E601BF1326}" destId="{8F167203-2FC3-4B4B-A0BF-337859555763}" srcOrd="0" destOrd="0" presId="urn:microsoft.com/office/officeart/2005/8/layout/vList2"/>
    <dgm:cxn modelId="{A8D9AF42-D43E-4C72-A8E0-6BCA51091766}" type="presOf" srcId="{C51D8AC4-B76F-4CAC-939A-CEDC87170D72}" destId="{3A0B7DA3-66F0-4D47-B3D2-99627B973794}" srcOrd="0" destOrd="1" presId="urn:microsoft.com/office/officeart/2005/8/layout/vList2"/>
    <dgm:cxn modelId="{6B34FC64-49C3-48E7-A4D8-4492AAD8B473}" type="presOf" srcId="{E5B080E6-E3CE-4CA6-9DDA-983D9F3F8AA8}" destId="{3789FDA9-ECAB-492C-8C1E-00CE3BC009FA}" srcOrd="0" destOrd="0" presId="urn:microsoft.com/office/officeart/2005/8/layout/vList2"/>
    <dgm:cxn modelId="{CE1C1746-EF9B-4AEE-853A-DE2E19736831}" srcId="{171398D8-00F3-44C2-A894-C6E601BF1326}" destId="{80794120-766D-45C7-BA5B-32A596383922}" srcOrd="2" destOrd="0" parTransId="{5A1C52A8-0F99-453D-A517-2C6DF5241E1A}" sibTransId="{8C108A8C-F5C2-438B-A7FB-464D0E489F99}"/>
    <dgm:cxn modelId="{E4A06983-79E6-4C46-AE1E-6A8CD5330809}" type="presOf" srcId="{0F0F572F-94EE-42B7-A4A5-77A4D4F365C6}" destId="{3A0B7DA3-66F0-4D47-B3D2-99627B973794}" srcOrd="0" destOrd="3" presId="urn:microsoft.com/office/officeart/2005/8/layout/vList2"/>
    <dgm:cxn modelId="{6E8A2ACF-CB00-48E4-9255-B123D34095EA}" srcId="{171398D8-00F3-44C2-A894-C6E601BF1326}" destId="{0F0F572F-94EE-42B7-A4A5-77A4D4F365C6}" srcOrd="3" destOrd="0" parTransId="{4D93D52F-86FB-44D7-A7E0-9DFE1D2DECD0}" sibTransId="{5CB40082-4741-4B81-A06B-6DAE34CB41C3}"/>
    <dgm:cxn modelId="{38EEECD1-D124-4C79-8AB2-A574281B9150}" type="presOf" srcId="{58DCE38D-0335-4F22-A574-69A5B8E3EF93}" destId="{3A0B7DA3-66F0-4D47-B3D2-99627B973794}" srcOrd="0" destOrd="0" presId="urn:microsoft.com/office/officeart/2005/8/layout/vList2"/>
    <dgm:cxn modelId="{9914D1D7-A13E-4518-AA2E-48EF6500F85F}" type="presOf" srcId="{6A47FF4D-CC2E-4C28-8ED4-0E807892992E}" destId="{8462894E-2851-41C6-89BF-D318187A7DDF}" srcOrd="0" destOrd="0" presId="urn:microsoft.com/office/officeart/2005/8/layout/vList2"/>
    <dgm:cxn modelId="{3FCBD3E1-1E48-4119-8E07-655B6C929D7E}" srcId="{6A47FF4D-CC2E-4C28-8ED4-0E807892992E}" destId="{E5B080E6-E3CE-4CA6-9DDA-983D9F3F8AA8}" srcOrd="0" destOrd="0" parTransId="{B4D6A80B-495F-4D01-9858-C175810B8815}" sibTransId="{13FDFF4D-0E4E-414B-83D5-C62A044E3998}"/>
    <dgm:cxn modelId="{44B43BE8-5C2F-4E3B-A8A2-FC7D69111B1F}" srcId="{171398D8-00F3-44C2-A894-C6E601BF1326}" destId="{C51D8AC4-B76F-4CAC-939A-CEDC87170D72}" srcOrd="1" destOrd="0" parTransId="{5FA7F8DF-A067-4D11-A79A-989EAA3D2B79}" sibTransId="{8F104BF2-B007-43A2-AA9E-4B1CB3EAA6C0}"/>
    <dgm:cxn modelId="{D5F1C9F6-D219-4094-B625-0C472D899F54}" srcId="{171398D8-00F3-44C2-A894-C6E601BF1326}" destId="{58DCE38D-0335-4F22-A574-69A5B8E3EF93}" srcOrd="0" destOrd="0" parTransId="{FE03FC9C-95C4-439F-833C-258915C57456}" sibTransId="{D6BE93D2-985B-4184-9CF2-6E5844887F4E}"/>
    <dgm:cxn modelId="{7D4492AD-E728-478D-80EF-AB5C70F200F6}" type="presParOf" srcId="{8462894E-2851-41C6-89BF-D318187A7DDF}" destId="{3789FDA9-ECAB-492C-8C1E-00CE3BC009FA}" srcOrd="0" destOrd="0" presId="urn:microsoft.com/office/officeart/2005/8/layout/vList2"/>
    <dgm:cxn modelId="{7C8C5A15-954F-4723-9345-317A9CA15A18}" type="presParOf" srcId="{8462894E-2851-41C6-89BF-D318187A7DDF}" destId="{B9FF27A5-7F0A-4877-8B0E-D69232C39333}" srcOrd="1" destOrd="0" presId="urn:microsoft.com/office/officeart/2005/8/layout/vList2"/>
    <dgm:cxn modelId="{155BB2DA-70D4-4170-9A2D-68A024134CA9}" type="presParOf" srcId="{8462894E-2851-41C6-89BF-D318187A7DDF}" destId="{8F167203-2FC3-4B4B-A0BF-337859555763}" srcOrd="2" destOrd="0" presId="urn:microsoft.com/office/officeart/2005/8/layout/vList2"/>
    <dgm:cxn modelId="{5AC1F4CD-9661-4D47-8BF0-573ED2AD2657}" type="presParOf" srcId="{8462894E-2851-41C6-89BF-D318187A7DDF}" destId="{3A0B7DA3-66F0-4D47-B3D2-99627B97379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9CE99F-C800-42A8-B594-BE8F578992CB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D464FEA-49CC-4ADF-BF9C-94E2769604CD}">
      <dgm:prSet custT="1"/>
      <dgm:spPr/>
      <dgm:t>
        <a:bodyPr/>
        <a:lstStyle/>
        <a:p>
          <a:r>
            <a:rPr lang="en-GB" sz="6000" b="1" u="sng" baseline="0" dirty="0">
              <a:solidFill>
                <a:schemeClr val="accent5">
                  <a:lumMod val="50000"/>
                </a:schemeClr>
              </a:solidFill>
            </a:rPr>
            <a:t>Problem Statement</a:t>
          </a:r>
          <a:endParaRPr lang="en-IN" sz="6000" u="sng" dirty="0">
            <a:solidFill>
              <a:schemeClr val="accent5">
                <a:lumMod val="50000"/>
              </a:schemeClr>
            </a:solidFill>
          </a:endParaRPr>
        </a:p>
      </dgm:t>
    </dgm:pt>
    <dgm:pt modelId="{FDB1C134-B459-436D-B329-228B16569A2D}" type="parTrans" cxnId="{EF50905B-0EC3-4777-9F04-C83D94C2A0D4}">
      <dgm:prSet/>
      <dgm:spPr/>
      <dgm:t>
        <a:bodyPr/>
        <a:lstStyle/>
        <a:p>
          <a:endParaRPr lang="en-IN"/>
        </a:p>
      </dgm:t>
    </dgm:pt>
    <dgm:pt modelId="{B200615F-2698-43A5-AA88-30393AA59E87}" type="sibTrans" cxnId="{EF50905B-0EC3-4777-9F04-C83D94C2A0D4}">
      <dgm:prSet/>
      <dgm:spPr/>
      <dgm:t>
        <a:bodyPr/>
        <a:lstStyle/>
        <a:p>
          <a:endParaRPr lang="en-IN"/>
        </a:p>
      </dgm:t>
    </dgm:pt>
    <dgm:pt modelId="{48A525FE-62ED-4C88-A101-B9AC96016EB3}">
      <dgm:prSet/>
      <dgm:spPr/>
      <dgm:t>
        <a:bodyPr/>
        <a:lstStyle/>
        <a:p>
          <a:r>
            <a:rPr lang="en-GB" baseline="0" dirty="0">
              <a:solidFill>
                <a:schemeClr val="tx2">
                  <a:lumMod val="75000"/>
                  <a:lumOff val="25000"/>
                </a:schemeClr>
              </a:solidFill>
              <a:latin typeface="Arial Black" panose="020B0A04020102020204" pitchFamily="34" charset="0"/>
            </a:rPr>
            <a:t>Many telecom companies face high customer churn.</a:t>
          </a:r>
          <a:br>
            <a:rPr lang="en-GB" baseline="0" dirty="0">
              <a:solidFill>
                <a:schemeClr val="tx2">
                  <a:lumMod val="75000"/>
                  <a:lumOff val="25000"/>
                </a:schemeClr>
              </a:solidFill>
              <a:latin typeface="Arial Black" panose="020B0A04020102020204" pitchFamily="34" charset="0"/>
            </a:rPr>
          </a:br>
          <a:r>
            <a:rPr lang="en-GB" baseline="0" dirty="0">
              <a:solidFill>
                <a:schemeClr val="tx2">
                  <a:lumMod val="75000"/>
                  <a:lumOff val="25000"/>
                </a:schemeClr>
              </a:solidFill>
              <a:latin typeface="Arial Black" panose="020B0A04020102020204" pitchFamily="34" charset="0"/>
            </a:rPr>
            <a:t>This project aims to </a:t>
          </a:r>
          <a:r>
            <a:rPr lang="en-GB" baseline="0" dirty="0" err="1">
              <a:solidFill>
                <a:schemeClr val="tx2">
                  <a:lumMod val="75000"/>
                  <a:lumOff val="25000"/>
                </a:schemeClr>
              </a:solidFill>
              <a:latin typeface="Arial Black" panose="020B0A04020102020204" pitchFamily="34" charset="0"/>
            </a:rPr>
            <a:t>analyze</a:t>
          </a:r>
          <a:r>
            <a:rPr lang="en-GB" baseline="0" dirty="0">
              <a:solidFill>
                <a:schemeClr val="tx2">
                  <a:lumMod val="75000"/>
                  <a:lumOff val="25000"/>
                </a:schemeClr>
              </a:solidFill>
              <a:latin typeface="Arial Black" panose="020B0A04020102020204" pitchFamily="34" charset="0"/>
            </a:rPr>
            <a:t> which services, demographics, and usage patterns contribute most to churn so companies can take data-driven decisions to retain customers</a:t>
          </a:r>
          <a:r>
            <a:rPr lang="en-GB" baseline="0" dirty="0"/>
            <a:t>.</a:t>
          </a:r>
          <a:endParaRPr lang="en-IN" dirty="0"/>
        </a:p>
      </dgm:t>
    </dgm:pt>
    <dgm:pt modelId="{9020637A-4E9B-4B6E-90D4-A7C355F76DBA}" type="parTrans" cxnId="{62985953-C3DA-4EB0-865F-EAA1E1F269F9}">
      <dgm:prSet/>
      <dgm:spPr/>
      <dgm:t>
        <a:bodyPr/>
        <a:lstStyle/>
        <a:p>
          <a:endParaRPr lang="en-IN"/>
        </a:p>
      </dgm:t>
    </dgm:pt>
    <dgm:pt modelId="{4930B733-4DC7-4C20-A13E-5C21D22AC18D}" type="sibTrans" cxnId="{62985953-C3DA-4EB0-865F-EAA1E1F269F9}">
      <dgm:prSet/>
      <dgm:spPr/>
      <dgm:t>
        <a:bodyPr/>
        <a:lstStyle/>
        <a:p>
          <a:endParaRPr lang="en-IN"/>
        </a:p>
      </dgm:t>
    </dgm:pt>
    <dgm:pt modelId="{412E4C1A-C484-4E53-9DB6-B4C679549C6D}" type="pres">
      <dgm:prSet presAssocID="{459CE99F-C800-42A8-B594-BE8F578992CB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02F9773C-FE1A-4F60-8C76-44C27255340D}" type="pres">
      <dgm:prSet presAssocID="{6D464FEA-49CC-4ADF-BF9C-94E2769604CD}" presName="circle1" presStyleLbl="node1" presStyleIdx="0" presStyleCnt="2"/>
      <dgm:spPr/>
    </dgm:pt>
    <dgm:pt modelId="{EA980D36-654F-4EA6-8FE4-5A24EA3AF140}" type="pres">
      <dgm:prSet presAssocID="{6D464FEA-49CC-4ADF-BF9C-94E2769604CD}" presName="space" presStyleCnt="0"/>
      <dgm:spPr/>
    </dgm:pt>
    <dgm:pt modelId="{2C51B300-21FA-4DF3-AEB9-F0D1D053740D}" type="pres">
      <dgm:prSet presAssocID="{6D464FEA-49CC-4ADF-BF9C-94E2769604CD}" presName="rect1" presStyleLbl="alignAcc1" presStyleIdx="0" presStyleCnt="2"/>
      <dgm:spPr/>
    </dgm:pt>
    <dgm:pt modelId="{27EBC3FE-D08C-4DD4-87F4-EBC9E8E34DDB}" type="pres">
      <dgm:prSet presAssocID="{48A525FE-62ED-4C88-A101-B9AC96016EB3}" presName="vertSpace2" presStyleLbl="node1" presStyleIdx="0" presStyleCnt="2"/>
      <dgm:spPr/>
    </dgm:pt>
    <dgm:pt modelId="{7EBA9AEB-4B66-43E3-B336-A0FAF201B53A}" type="pres">
      <dgm:prSet presAssocID="{48A525FE-62ED-4C88-A101-B9AC96016EB3}" presName="circle2" presStyleLbl="node1" presStyleIdx="1" presStyleCnt="2"/>
      <dgm:spPr/>
    </dgm:pt>
    <dgm:pt modelId="{2E3920D2-AFAA-4F21-BD08-FA5088A033ED}" type="pres">
      <dgm:prSet presAssocID="{48A525FE-62ED-4C88-A101-B9AC96016EB3}" presName="rect2" presStyleLbl="alignAcc1" presStyleIdx="1" presStyleCnt="2"/>
      <dgm:spPr/>
    </dgm:pt>
    <dgm:pt modelId="{864835A7-C53A-4971-B649-F2F53741C91E}" type="pres">
      <dgm:prSet presAssocID="{6D464FEA-49CC-4ADF-BF9C-94E2769604CD}" presName="rect1ParTxNoCh" presStyleLbl="alignAcc1" presStyleIdx="1" presStyleCnt="2">
        <dgm:presLayoutVars>
          <dgm:chMax val="1"/>
          <dgm:bulletEnabled val="1"/>
        </dgm:presLayoutVars>
      </dgm:prSet>
      <dgm:spPr/>
    </dgm:pt>
    <dgm:pt modelId="{C675C007-A934-424E-9EAC-64D93393B514}" type="pres">
      <dgm:prSet presAssocID="{48A525FE-62ED-4C88-A101-B9AC96016EB3}" presName="rect2ParTxNoCh" presStyleLbl="alignAcc1" presStyleIdx="1" presStyleCnt="2">
        <dgm:presLayoutVars>
          <dgm:chMax val="1"/>
          <dgm:bulletEnabled val="1"/>
        </dgm:presLayoutVars>
      </dgm:prSet>
      <dgm:spPr/>
    </dgm:pt>
  </dgm:ptLst>
  <dgm:cxnLst>
    <dgm:cxn modelId="{0BAF1829-FB44-42B1-B66E-031B8A75EBA3}" type="presOf" srcId="{6D464FEA-49CC-4ADF-BF9C-94E2769604CD}" destId="{2C51B300-21FA-4DF3-AEB9-F0D1D053740D}" srcOrd="0" destOrd="0" presId="urn:microsoft.com/office/officeart/2005/8/layout/target3"/>
    <dgm:cxn modelId="{EF50905B-0EC3-4777-9F04-C83D94C2A0D4}" srcId="{459CE99F-C800-42A8-B594-BE8F578992CB}" destId="{6D464FEA-49CC-4ADF-BF9C-94E2769604CD}" srcOrd="0" destOrd="0" parTransId="{FDB1C134-B459-436D-B329-228B16569A2D}" sibTransId="{B200615F-2698-43A5-AA88-30393AA59E87}"/>
    <dgm:cxn modelId="{62985953-C3DA-4EB0-865F-EAA1E1F269F9}" srcId="{459CE99F-C800-42A8-B594-BE8F578992CB}" destId="{48A525FE-62ED-4C88-A101-B9AC96016EB3}" srcOrd="1" destOrd="0" parTransId="{9020637A-4E9B-4B6E-90D4-A7C355F76DBA}" sibTransId="{4930B733-4DC7-4C20-A13E-5C21D22AC18D}"/>
    <dgm:cxn modelId="{BF158080-C81C-4DFA-B0F1-6AC874D1AF85}" type="presOf" srcId="{6D464FEA-49CC-4ADF-BF9C-94E2769604CD}" destId="{864835A7-C53A-4971-B649-F2F53741C91E}" srcOrd="1" destOrd="0" presId="urn:microsoft.com/office/officeart/2005/8/layout/target3"/>
    <dgm:cxn modelId="{E3A18FC0-7C32-4692-97BB-EBE3C72C5D53}" type="presOf" srcId="{48A525FE-62ED-4C88-A101-B9AC96016EB3}" destId="{2E3920D2-AFAA-4F21-BD08-FA5088A033ED}" srcOrd="0" destOrd="0" presId="urn:microsoft.com/office/officeart/2005/8/layout/target3"/>
    <dgm:cxn modelId="{9927A2CE-983C-42CE-A9D8-43C4AE1D66BA}" type="presOf" srcId="{48A525FE-62ED-4C88-A101-B9AC96016EB3}" destId="{C675C007-A934-424E-9EAC-64D93393B514}" srcOrd="1" destOrd="0" presId="urn:microsoft.com/office/officeart/2005/8/layout/target3"/>
    <dgm:cxn modelId="{4008A8E2-9581-4FD7-9EB9-7BA1B6D92FB5}" type="presOf" srcId="{459CE99F-C800-42A8-B594-BE8F578992CB}" destId="{412E4C1A-C484-4E53-9DB6-B4C679549C6D}" srcOrd="0" destOrd="0" presId="urn:microsoft.com/office/officeart/2005/8/layout/target3"/>
    <dgm:cxn modelId="{E1B014E1-89EA-4D49-AEAE-FEE218168A5C}" type="presParOf" srcId="{412E4C1A-C484-4E53-9DB6-B4C679549C6D}" destId="{02F9773C-FE1A-4F60-8C76-44C27255340D}" srcOrd="0" destOrd="0" presId="urn:microsoft.com/office/officeart/2005/8/layout/target3"/>
    <dgm:cxn modelId="{A457F08A-0F16-45B2-90CA-D10410A922FA}" type="presParOf" srcId="{412E4C1A-C484-4E53-9DB6-B4C679549C6D}" destId="{EA980D36-654F-4EA6-8FE4-5A24EA3AF140}" srcOrd="1" destOrd="0" presId="urn:microsoft.com/office/officeart/2005/8/layout/target3"/>
    <dgm:cxn modelId="{B39C2235-BD23-48FF-917E-5C02D8359003}" type="presParOf" srcId="{412E4C1A-C484-4E53-9DB6-B4C679549C6D}" destId="{2C51B300-21FA-4DF3-AEB9-F0D1D053740D}" srcOrd="2" destOrd="0" presId="urn:microsoft.com/office/officeart/2005/8/layout/target3"/>
    <dgm:cxn modelId="{0995DF5F-E6D7-4E3D-B072-9ED37E5F35C0}" type="presParOf" srcId="{412E4C1A-C484-4E53-9DB6-B4C679549C6D}" destId="{27EBC3FE-D08C-4DD4-87F4-EBC9E8E34DDB}" srcOrd="3" destOrd="0" presId="urn:microsoft.com/office/officeart/2005/8/layout/target3"/>
    <dgm:cxn modelId="{8996AE0C-AB06-4482-9A8A-875158B766B7}" type="presParOf" srcId="{412E4C1A-C484-4E53-9DB6-B4C679549C6D}" destId="{7EBA9AEB-4B66-43E3-B336-A0FAF201B53A}" srcOrd="4" destOrd="0" presId="urn:microsoft.com/office/officeart/2005/8/layout/target3"/>
    <dgm:cxn modelId="{DD287B73-FC46-4696-B2EA-A55ED0932232}" type="presParOf" srcId="{412E4C1A-C484-4E53-9DB6-B4C679549C6D}" destId="{2E3920D2-AFAA-4F21-BD08-FA5088A033ED}" srcOrd="5" destOrd="0" presId="urn:microsoft.com/office/officeart/2005/8/layout/target3"/>
    <dgm:cxn modelId="{49A52333-5AAA-473F-B568-877CF5066245}" type="presParOf" srcId="{412E4C1A-C484-4E53-9DB6-B4C679549C6D}" destId="{864835A7-C53A-4971-B649-F2F53741C91E}" srcOrd="6" destOrd="0" presId="urn:microsoft.com/office/officeart/2005/8/layout/target3"/>
    <dgm:cxn modelId="{DBF0BF5E-85F4-46AC-A4FF-55AE1138770F}" type="presParOf" srcId="{412E4C1A-C484-4E53-9DB6-B4C679549C6D}" destId="{C675C007-A934-424E-9EAC-64D93393B514}" srcOrd="7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6E9BA4-EC87-42A0-B63B-EA0198409FC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CF644F8-0BB0-4713-9C0E-453E772A133D}">
      <dgm:prSet custT="1"/>
      <dgm:spPr/>
      <dgm:t>
        <a:bodyPr/>
        <a:lstStyle/>
        <a:p>
          <a:r>
            <a:rPr lang="en-GB" sz="5400" b="1" u="sng" baseline="0" dirty="0">
              <a:solidFill>
                <a:schemeClr val="tx2"/>
              </a:solidFill>
              <a:latin typeface="Bahnschrift" panose="020B0502040204020203" pitchFamily="34" charset="0"/>
              <a:cs typeface="Arial" panose="020B0604020202020204" pitchFamily="34" charset="0"/>
            </a:rPr>
            <a:t>Project Workflow</a:t>
          </a:r>
          <a:endParaRPr lang="en-IN" sz="5400" u="sng" dirty="0">
            <a:solidFill>
              <a:schemeClr val="tx2"/>
            </a:solidFill>
            <a:latin typeface="Bahnschrift" panose="020B0502040204020203" pitchFamily="34" charset="0"/>
            <a:cs typeface="Arial" panose="020B0604020202020204" pitchFamily="34" charset="0"/>
          </a:endParaRPr>
        </a:p>
      </dgm:t>
    </dgm:pt>
    <dgm:pt modelId="{B269348F-A31B-4854-9826-A38A74F71212}" type="parTrans" cxnId="{A16F3F97-5E07-4206-9AC3-56C35D616113}">
      <dgm:prSet/>
      <dgm:spPr/>
      <dgm:t>
        <a:bodyPr/>
        <a:lstStyle/>
        <a:p>
          <a:endParaRPr lang="en-IN"/>
        </a:p>
      </dgm:t>
    </dgm:pt>
    <dgm:pt modelId="{336AA753-E49D-4F6C-BE4C-F1142B2A4F61}" type="sibTrans" cxnId="{A16F3F97-5E07-4206-9AC3-56C35D616113}">
      <dgm:prSet/>
      <dgm:spPr/>
      <dgm:t>
        <a:bodyPr/>
        <a:lstStyle/>
        <a:p>
          <a:endParaRPr lang="en-IN"/>
        </a:p>
      </dgm:t>
    </dgm:pt>
    <dgm:pt modelId="{8F0B43FC-56D0-4AEF-8B28-1FDBAB2CD3A2}">
      <dgm:prSet/>
      <dgm:spPr/>
      <dgm:t>
        <a:bodyPr/>
        <a:lstStyle/>
        <a:p>
          <a:r>
            <a:rPr lang="en-GB" baseline="0" dirty="0">
              <a:solidFill>
                <a:schemeClr val="bg2">
                  <a:lumMod val="90000"/>
                </a:schemeClr>
              </a:solidFill>
            </a:rPr>
            <a:t>Data Import</a:t>
          </a:r>
          <a:endParaRPr lang="en-IN" dirty="0">
            <a:solidFill>
              <a:schemeClr val="bg2">
                <a:lumMod val="90000"/>
              </a:schemeClr>
            </a:solidFill>
          </a:endParaRPr>
        </a:p>
      </dgm:t>
    </dgm:pt>
    <dgm:pt modelId="{D2C8E4FA-933B-4A9E-8E35-93E4A71B123E}" type="parTrans" cxnId="{ECDFDAF5-EDC3-4685-A4AB-B0030EAFD888}">
      <dgm:prSet/>
      <dgm:spPr/>
      <dgm:t>
        <a:bodyPr/>
        <a:lstStyle/>
        <a:p>
          <a:endParaRPr lang="en-IN"/>
        </a:p>
      </dgm:t>
    </dgm:pt>
    <dgm:pt modelId="{92DE71C6-E20C-4C6E-B786-3889A3D7717A}" type="sibTrans" cxnId="{ECDFDAF5-EDC3-4685-A4AB-B0030EAFD888}">
      <dgm:prSet/>
      <dgm:spPr/>
      <dgm:t>
        <a:bodyPr/>
        <a:lstStyle/>
        <a:p>
          <a:endParaRPr lang="en-IN"/>
        </a:p>
      </dgm:t>
    </dgm:pt>
    <dgm:pt modelId="{FC847BFF-5A8D-4D52-A495-E12ADFA644F5}">
      <dgm:prSet/>
      <dgm:spPr/>
      <dgm:t>
        <a:bodyPr/>
        <a:lstStyle/>
        <a:p>
          <a:r>
            <a:rPr lang="en-GB" baseline="0" dirty="0">
              <a:solidFill>
                <a:schemeClr val="bg2">
                  <a:lumMod val="90000"/>
                </a:schemeClr>
              </a:solidFill>
            </a:rPr>
            <a:t>Data Cleaning</a:t>
          </a:r>
          <a:endParaRPr lang="en-IN" dirty="0">
            <a:solidFill>
              <a:schemeClr val="bg2">
                <a:lumMod val="90000"/>
              </a:schemeClr>
            </a:solidFill>
          </a:endParaRPr>
        </a:p>
      </dgm:t>
    </dgm:pt>
    <dgm:pt modelId="{72CFAAA2-45D0-4D5C-AC5F-E7E1B77EB3C3}" type="parTrans" cxnId="{5F8E9A4F-0D59-4486-A86C-A5154D4D8AC5}">
      <dgm:prSet/>
      <dgm:spPr/>
      <dgm:t>
        <a:bodyPr/>
        <a:lstStyle/>
        <a:p>
          <a:endParaRPr lang="en-IN"/>
        </a:p>
      </dgm:t>
    </dgm:pt>
    <dgm:pt modelId="{3313BCC3-3448-46DC-9421-8A0ABCEB0D95}" type="sibTrans" cxnId="{5F8E9A4F-0D59-4486-A86C-A5154D4D8AC5}">
      <dgm:prSet/>
      <dgm:spPr/>
      <dgm:t>
        <a:bodyPr/>
        <a:lstStyle/>
        <a:p>
          <a:endParaRPr lang="en-IN"/>
        </a:p>
      </dgm:t>
    </dgm:pt>
    <dgm:pt modelId="{A425E918-723D-4C0F-811F-DE9FEA8F88D5}">
      <dgm:prSet/>
      <dgm:spPr/>
      <dgm:t>
        <a:bodyPr/>
        <a:lstStyle/>
        <a:p>
          <a:r>
            <a:rPr lang="en-GB" baseline="0" dirty="0">
              <a:solidFill>
                <a:schemeClr val="bg2">
                  <a:lumMod val="90000"/>
                </a:schemeClr>
              </a:solidFill>
            </a:rPr>
            <a:t>Exploratory Data Analysis (EDA)</a:t>
          </a:r>
          <a:endParaRPr lang="en-IN" dirty="0">
            <a:solidFill>
              <a:schemeClr val="bg2">
                <a:lumMod val="90000"/>
              </a:schemeClr>
            </a:solidFill>
          </a:endParaRPr>
        </a:p>
      </dgm:t>
    </dgm:pt>
    <dgm:pt modelId="{4819E7EB-863F-4B50-A631-F8C789617F97}" type="parTrans" cxnId="{98C2C5E7-98AD-4D5D-9181-EAC5B1FEFF95}">
      <dgm:prSet/>
      <dgm:spPr/>
      <dgm:t>
        <a:bodyPr/>
        <a:lstStyle/>
        <a:p>
          <a:endParaRPr lang="en-IN"/>
        </a:p>
      </dgm:t>
    </dgm:pt>
    <dgm:pt modelId="{518F4181-579F-4462-AC0A-224CEE5486DB}" type="sibTrans" cxnId="{98C2C5E7-98AD-4D5D-9181-EAC5B1FEFF95}">
      <dgm:prSet/>
      <dgm:spPr/>
      <dgm:t>
        <a:bodyPr/>
        <a:lstStyle/>
        <a:p>
          <a:endParaRPr lang="en-IN"/>
        </a:p>
      </dgm:t>
    </dgm:pt>
    <dgm:pt modelId="{4017F578-80E1-4185-BF19-0FC90EDB32E6}">
      <dgm:prSet/>
      <dgm:spPr/>
      <dgm:t>
        <a:bodyPr/>
        <a:lstStyle/>
        <a:p>
          <a:r>
            <a:rPr lang="en-GB" baseline="0" dirty="0">
              <a:solidFill>
                <a:schemeClr val="bg2">
                  <a:lumMod val="90000"/>
                </a:schemeClr>
              </a:solidFill>
            </a:rPr>
            <a:t>Visualization</a:t>
          </a:r>
          <a:endParaRPr lang="en-IN" dirty="0">
            <a:solidFill>
              <a:schemeClr val="bg2">
                <a:lumMod val="90000"/>
              </a:schemeClr>
            </a:solidFill>
          </a:endParaRPr>
        </a:p>
      </dgm:t>
    </dgm:pt>
    <dgm:pt modelId="{18EC8B05-CEFF-46EC-ABBC-2C26371D401D}" type="parTrans" cxnId="{A1745E09-9806-4BED-B305-0D944950FCAE}">
      <dgm:prSet/>
      <dgm:spPr/>
      <dgm:t>
        <a:bodyPr/>
        <a:lstStyle/>
        <a:p>
          <a:endParaRPr lang="en-IN"/>
        </a:p>
      </dgm:t>
    </dgm:pt>
    <dgm:pt modelId="{141A2179-CEB9-4847-AA89-13F037DF02E5}" type="sibTrans" cxnId="{A1745E09-9806-4BED-B305-0D944950FCAE}">
      <dgm:prSet/>
      <dgm:spPr/>
      <dgm:t>
        <a:bodyPr/>
        <a:lstStyle/>
        <a:p>
          <a:endParaRPr lang="en-IN"/>
        </a:p>
      </dgm:t>
    </dgm:pt>
    <dgm:pt modelId="{77C1E404-44DB-4FEF-86D3-C96D9F71D215}">
      <dgm:prSet/>
      <dgm:spPr/>
      <dgm:t>
        <a:bodyPr/>
        <a:lstStyle/>
        <a:p>
          <a:r>
            <a:rPr lang="en-GB" baseline="0" dirty="0">
              <a:solidFill>
                <a:schemeClr val="bg2">
                  <a:lumMod val="90000"/>
                </a:schemeClr>
              </a:solidFill>
            </a:rPr>
            <a:t>Insights &amp; Recommendation</a:t>
          </a:r>
          <a:endParaRPr lang="en-IN" dirty="0">
            <a:solidFill>
              <a:schemeClr val="bg2">
                <a:lumMod val="90000"/>
              </a:schemeClr>
            </a:solidFill>
          </a:endParaRPr>
        </a:p>
      </dgm:t>
    </dgm:pt>
    <dgm:pt modelId="{5CAC4D44-2187-4ACD-9E62-9AD8917D0C88}" type="parTrans" cxnId="{4AF63EEA-4D07-4C15-868B-A0256A16C046}">
      <dgm:prSet/>
      <dgm:spPr/>
      <dgm:t>
        <a:bodyPr/>
        <a:lstStyle/>
        <a:p>
          <a:endParaRPr lang="en-IN"/>
        </a:p>
      </dgm:t>
    </dgm:pt>
    <dgm:pt modelId="{BB227353-2923-4240-B5C0-DA3D7D978931}" type="sibTrans" cxnId="{4AF63EEA-4D07-4C15-868B-A0256A16C046}">
      <dgm:prSet/>
      <dgm:spPr/>
      <dgm:t>
        <a:bodyPr/>
        <a:lstStyle/>
        <a:p>
          <a:endParaRPr lang="en-IN"/>
        </a:p>
      </dgm:t>
    </dgm:pt>
    <dgm:pt modelId="{08D6994E-DBEF-43EE-9DA9-395AD37EDA06}" type="pres">
      <dgm:prSet presAssocID="{946E9BA4-EC87-42A0-B63B-EA0198409FC2}" presName="linearFlow" presStyleCnt="0">
        <dgm:presLayoutVars>
          <dgm:dir/>
          <dgm:resizeHandles val="exact"/>
        </dgm:presLayoutVars>
      </dgm:prSet>
      <dgm:spPr/>
    </dgm:pt>
    <dgm:pt modelId="{63086FBD-083C-427C-B2FD-8E58E4DBA223}" type="pres">
      <dgm:prSet presAssocID="{8CF644F8-0BB0-4713-9C0E-453E772A133D}" presName="composite" presStyleCnt="0"/>
      <dgm:spPr/>
    </dgm:pt>
    <dgm:pt modelId="{69148781-46A1-45C3-B0C7-B065CF752E95}" type="pres">
      <dgm:prSet presAssocID="{8CF644F8-0BB0-4713-9C0E-453E772A133D}" presName="imgShp" presStyleLbl="fgImgPlace1" presStyleIdx="0" presStyleCnt="6"/>
      <dgm:spPr>
        <a:solidFill>
          <a:schemeClr val="tx2"/>
        </a:solidFill>
      </dgm:spPr>
    </dgm:pt>
    <dgm:pt modelId="{435533C7-89A1-41BE-9E77-F4BD678AC542}" type="pres">
      <dgm:prSet presAssocID="{8CF644F8-0BB0-4713-9C0E-453E772A133D}" presName="txShp" presStyleLbl="node1" presStyleIdx="0" presStyleCnt="6" custScaleY="171139">
        <dgm:presLayoutVars>
          <dgm:bulletEnabled val="1"/>
        </dgm:presLayoutVars>
      </dgm:prSet>
      <dgm:spPr/>
    </dgm:pt>
    <dgm:pt modelId="{73E64979-203F-421D-B843-0B0D1BA5A77E}" type="pres">
      <dgm:prSet presAssocID="{336AA753-E49D-4F6C-BE4C-F1142B2A4F61}" presName="spacing" presStyleCnt="0"/>
      <dgm:spPr/>
    </dgm:pt>
    <dgm:pt modelId="{0388808C-9AB0-4A0B-A180-DB91E0CE4A4B}" type="pres">
      <dgm:prSet presAssocID="{8F0B43FC-56D0-4AEF-8B28-1FDBAB2CD3A2}" presName="composite" presStyleCnt="0"/>
      <dgm:spPr/>
    </dgm:pt>
    <dgm:pt modelId="{E4D05B75-7113-4C46-A350-F7FBED8BB84B}" type="pres">
      <dgm:prSet presAssocID="{8F0B43FC-56D0-4AEF-8B28-1FDBAB2CD3A2}" presName="imgShp" presStyleLbl="fgImgPlace1" presStyleIdx="1" presStyleCnt="6"/>
      <dgm:spPr>
        <a:solidFill>
          <a:schemeClr val="accent3"/>
        </a:solidFill>
      </dgm:spPr>
    </dgm:pt>
    <dgm:pt modelId="{0A4CD145-4BFF-47EB-8E10-820239BE021D}" type="pres">
      <dgm:prSet presAssocID="{8F0B43FC-56D0-4AEF-8B28-1FDBAB2CD3A2}" presName="txShp" presStyleLbl="node1" presStyleIdx="1" presStyleCnt="6">
        <dgm:presLayoutVars>
          <dgm:bulletEnabled val="1"/>
        </dgm:presLayoutVars>
      </dgm:prSet>
      <dgm:spPr/>
    </dgm:pt>
    <dgm:pt modelId="{02C25738-C59F-4EF4-978B-5766C6848564}" type="pres">
      <dgm:prSet presAssocID="{92DE71C6-E20C-4C6E-B786-3889A3D7717A}" presName="spacing" presStyleCnt="0"/>
      <dgm:spPr/>
    </dgm:pt>
    <dgm:pt modelId="{6748E508-1A51-4CC7-871E-4487534C8A30}" type="pres">
      <dgm:prSet presAssocID="{FC847BFF-5A8D-4D52-A495-E12ADFA644F5}" presName="composite" presStyleCnt="0"/>
      <dgm:spPr/>
    </dgm:pt>
    <dgm:pt modelId="{979481F4-DAC2-4F8B-A2AC-D521EEFE5A41}" type="pres">
      <dgm:prSet presAssocID="{FC847BFF-5A8D-4D52-A495-E12ADFA644F5}" presName="imgShp" presStyleLbl="fgImgPlace1" presStyleIdx="2" presStyleCnt="6"/>
      <dgm:spPr>
        <a:solidFill>
          <a:schemeClr val="accent3"/>
        </a:solidFill>
      </dgm:spPr>
    </dgm:pt>
    <dgm:pt modelId="{485CA3B6-8FEB-458D-B114-EF7A66DA7125}" type="pres">
      <dgm:prSet presAssocID="{FC847BFF-5A8D-4D52-A495-E12ADFA644F5}" presName="txShp" presStyleLbl="node1" presStyleIdx="2" presStyleCnt="6" custLinFactNeighborX="-503" custLinFactNeighborY="2160">
        <dgm:presLayoutVars>
          <dgm:bulletEnabled val="1"/>
        </dgm:presLayoutVars>
      </dgm:prSet>
      <dgm:spPr/>
    </dgm:pt>
    <dgm:pt modelId="{69DAEA43-A4D5-4CE3-80C5-080D6D109F4E}" type="pres">
      <dgm:prSet presAssocID="{3313BCC3-3448-46DC-9421-8A0ABCEB0D95}" presName="spacing" presStyleCnt="0"/>
      <dgm:spPr/>
    </dgm:pt>
    <dgm:pt modelId="{306A2B98-52D8-467E-AEE6-31EF8D2124BB}" type="pres">
      <dgm:prSet presAssocID="{A425E918-723D-4C0F-811F-DE9FEA8F88D5}" presName="composite" presStyleCnt="0"/>
      <dgm:spPr/>
    </dgm:pt>
    <dgm:pt modelId="{DC4157A1-1968-41A9-868E-EFCC6F6FF137}" type="pres">
      <dgm:prSet presAssocID="{A425E918-723D-4C0F-811F-DE9FEA8F88D5}" presName="imgShp" presStyleLbl="fgImgPlace1" presStyleIdx="3" presStyleCnt="6"/>
      <dgm:spPr>
        <a:solidFill>
          <a:schemeClr val="accent3"/>
        </a:solidFill>
      </dgm:spPr>
    </dgm:pt>
    <dgm:pt modelId="{A6CB3A26-489A-4CB5-8E2F-FEB0CE1DFA7B}" type="pres">
      <dgm:prSet presAssocID="{A425E918-723D-4C0F-811F-DE9FEA8F88D5}" presName="txShp" presStyleLbl="node1" presStyleIdx="3" presStyleCnt="6">
        <dgm:presLayoutVars>
          <dgm:bulletEnabled val="1"/>
        </dgm:presLayoutVars>
      </dgm:prSet>
      <dgm:spPr/>
    </dgm:pt>
    <dgm:pt modelId="{1EC82FB2-C0B7-4598-97B2-F661AA1677EB}" type="pres">
      <dgm:prSet presAssocID="{518F4181-579F-4462-AC0A-224CEE5486DB}" presName="spacing" presStyleCnt="0"/>
      <dgm:spPr/>
    </dgm:pt>
    <dgm:pt modelId="{DA960CEE-B5A4-47EE-A792-CD33E56CB521}" type="pres">
      <dgm:prSet presAssocID="{4017F578-80E1-4185-BF19-0FC90EDB32E6}" presName="composite" presStyleCnt="0"/>
      <dgm:spPr/>
    </dgm:pt>
    <dgm:pt modelId="{B0E4D8D2-A33A-4FC2-9F88-557BF012FE9F}" type="pres">
      <dgm:prSet presAssocID="{4017F578-80E1-4185-BF19-0FC90EDB32E6}" presName="imgShp" presStyleLbl="fgImgPlace1" presStyleIdx="4" presStyleCnt="6"/>
      <dgm:spPr>
        <a:solidFill>
          <a:schemeClr val="accent3"/>
        </a:solidFill>
      </dgm:spPr>
    </dgm:pt>
    <dgm:pt modelId="{F2CD0FBC-AF93-403A-8449-2F1123AEA101}" type="pres">
      <dgm:prSet presAssocID="{4017F578-80E1-4185-BF19-0FC90EDB32E6}" presName="txShp" presStyleLbl="node1" presStyleIdx="4" presStyleCnt="6">
        <dgm:presLayoutVars>
          <dgm:bulletEnabled val="1"/>
        </dgm:presLayoutVars>
      </dgm:prSet>
      <dgm:spPr/>
    </dgm:pt>
    <dgm:pt modelId="{84CE4F4B-D8E3-4AEB-80DA-BCDDDBA6841F}" type="pres">
      <dgm:prSet presAssocID="{141A2179-CEB9-4847-AA89-13F037DF02E5}" presName="spacing" presStyleCnt="0"/>
      <dgm:spPr/>
    </dgm:pt>
    <dgm:pt modelId="{167FB226-DAD2-4F36-873C-F6F8637BE1E7}" type="pres">
      <dgm:prSet presAssocID="{77C1E404-44DB-4FEF-86D3-C96D9F71D215}" presName="composite" presStyleCnt="0"/>
      <dgm:spPr/>
    </dgm:pt>
    <dgm:pt modelId="{B927A9CF-4447-4845-B420-54CC85C52C76}" type="pres">
      <dgm:prSet presAssocID="{77C1E404-44DB-4FEF-86D3-C96D9F71D215}" presName="imgShp" presStyleLbl="fgImgPlace1" presStyleIdx="5" presStyleCnt="6"/>
      <dgm:spPr>
        <a:solidFill>
          <a:schemeClr val="accent3"/>
        </a:solidFill>
      </dgm:spPr>
    </dgm:pt>
    <dgm:pt modelId="{229D38AB-10EF-4142-9397-1F00200D722F}" type="pres">
      <dgm:prSet presAssocID="{77C1E404-44DB-4FEF-86D3-C96D9F71D215}" presName="txShp" presStyleLbl="node1" presStyleIdx="5" presStyleCnt="6">
        <dgm:presLayoutVars>
          <dgm:bulletEnabled val="1"/>
        </dgm:presLayoutVars>
      </dgm:prSet>
      <dgm:spPr/>
    </dgm:pt>
  </dgm:ptLst>
  <dgm:cxnLst>
    <dgm:cxn modelId="{A1745E09-9806-4BED-B305-0D944950FCAE}" srcId="{946E9BA4-EC87-42A0-B63B-EA0198409FC2}" destId="{4017F578-80E1-4185-BF19-0FC90EDB32E6}" srcOrd="4" destOrd="0" parTransId="{18EC8B05-CEFF-46EC-ABBC-2C26371D401D}" sibTransId="{141A2179-CEB9-4847-AA89-13F037DF02E5}"/>
    <dgm:cxn modelId="{0234690A-607E-4C04-8469-1D562B80C25E}" type="presOf" srcId="{8F0B43FC-56D0-4AEF-8B28-1FDBAB2CD3A2}" destId="{0A4CD145-4BFF-47EB-8E10-820239BE021D}" srcOrd="0" destOrd="0" presId="urn:microsoft.com/office/officeart/2005/8/layout/vList3"/>
    <dgm:cxn modelId="{DFF9E048-36B6-4D04-ACE1-1E2FB6C8EC59}" type="presOf" srcId="{4017F578-80E1-4185-BF19-0FC90EDB32E6}" destId="{F2CD0FBC-AF93-403A-8449-2F1123AEA101}" srcOrd="0" destOrd="0" presId="urn:microsoft.com/office/officeart/2005/8/layout/vList3"/>
    <dgm:cxn modelId="{5F8E9A4F-0D59-4486-A86C-A5154D4D8AC5}" srcId="{946E9BA4-EC87-42A0-B63B-EA0198409FC2}" destId="{FC847BFF-5A8D-4D52-A495-E12ADFA644F5}" srcOrd="2" destOrd="0" parTransId="{72CFAAA2-45D0-4D5C-AC5F-E7E1B77EB3C3}" sibTransId="{3313BCC3-3448-46DC-9421-8A0ABCEB0D95}"/>
    <dgm:cxn modelId="{FADA8C5A-717E-4D72-88E2-DE89500E0796}" type="presOf" srcId="{946E9BA4-EC87-42A0-B63B-EA0198409FC2}" destId="{08D6994E-DBEF-43EE-9DA9-395AD37EDA06}" srcOrd="0" destOrd="0" presId="urn:microsoft.com/office/officeart/2005/8/layout/vList3"/>
    <dgm:cxn modelId="{66905B8B-6656-4A1D-AB17-AB0B0BB23604}" type="presOf" srcId="{77C1E404-44DB-4FEF-86D3-C96D9F71D215}" destId="{229D38AB-10EF-4142-9397-1F00200D722F}" srcOrd="0" destOrd="0" presId="urn:microsoft.com/office/officeart/2005/8/layout/vList3"/>
    <dgm:cxn modelId="{A16F3F97-5E07-4206-9AC3-56C35D616113}" srcId="{946E9BA4-EC87-42A0-B63B-EA0198409FC2}" destId="{8CF644F8-0BB0-4713-9C0E-453E772A133D}" srcOrd="0" destOrd="0" parTransId="{B269348F-A31B-4854-9826-A38A74F71212}" sibTransId="{336AA753-E49D-4F6C-BE4C-F1142B2A4F61}"/>
    <dgm:cxn modelId="{51111BCD-0382-4619-AF1B-63DC502ECF36}" type="presOf" srcId="{A425E918-723D-4C0F-811F-DE9FEA8F88D5}" destId="{A6CB3A26-489A-4CB5-8E2F-FEB0CE1DFA7B}" srcOrd="0" destOrd="0" presId="urn:microsoft.com/office/officeart/2005/8/layout/vList3"/>
    <dgm:cxn modelId="{EBBA53DD-518C-4AD2-A321-89AC21719690}" type="presOf" srcId="{FC847BFF-5A8D-4D52-A495-E12ADFA644F5}" destId="{485CA3B6-8FEB-458D-B114-EF7A66DA7125}" srcOrd="0" destOrd="0" presId="urn:microsoft.com/office/officeart/2005/8/layout/vList3"/>
    <dgm:cxn modelId="{722764E4-3C77-4417-AFD8-3473B72E1952}" type="presOf" srcId="{8CF644F8-0BB0-4713-9C0E-453E772A133D}" destId="{435533C7-89A1-41BE-9E77-F4BD678AC542}" srcOrd="0" destOrd="0" presId="urn:microsoft.com/office/officeart/2005/8/layout/vList3"/>
    <dgm:cxn modelId="{98C2C5E7-98AD-4D5D-9181-EAC5B1FEFF95}" srcId="{946E9BA4-EC87-42A0-B63B-EA0198409FC2}" destId="{A425E918-723D-4C0F-811F-DE9FEA8F88D5}" srcOrd="3" destOrd="0" parTransId="{4819E7EB-863F-4B50-A631-F8C789617F97}" sibTransId="{518F4181-579F-4462-AC0A-224CEE5486DB}"/>
    <dgm:cxn modelId="{4AF63EEA-4D07-4C15-868B-A0256A16C046}" srcId="{946E9BA4-EC87-42A0-B63B-EA0198409FC2}" destId="{77C1E404-44DB-4FEF-86D3-C96D9F71D215}" srcOrd="5" destOrd="0" parTransId="{5CAC4D44-2187-4ACD-9E62-9AD8917D0C88}" sibTransId="{BB227353-2923-4240-B5C0-DA3D7D978931}"/>
    <dgm:cxn modelId="{ECDFDAF5-EDC3-4685-A4AB-B0030EAFD888}" srcId="{946E9BA4-EC87-42A0-B63B-EA0198409FC2}" destId="{8F0B43FC-56D0-4AEF-8B28-1FDBAB2CD3A2}" srcOrd="1" destOrd="0" parTransId="{D2C8E4FA-933B-4A9E-8E35-93E4A71B123E}" sibTransId="{92DE71C6-E20C-4C6E-B786-3889A3D7717A}"/>
    <dgm:cxn modelId="{081C1BF4-02C6-4B7D-B2CC-E22BA17C286A}" type="presParOf" srcId="{08D6994E-DBEF-43EE-9DA9-395AD37EDA06}" destId="{63086FBD-083C-427C-B2FD-8E58E4DBA223}" srcOrd="0" destOrd="0" presId="urn:microsoft.com/office/officeart/2005/8/layout/vList3"/>
    <dgm:cxn modelId="{DADBAA4C-3D88-48E3-8DAE-826FE6E6F306}" type="presParOf" srcId="{63086FBD-083C-427C-B2FD-8E58E4DBA223}" destId="{69148781-46A1-45C3-B0C7-B065CF752E95}" srcOrd="0" destOrd="0" presId="urn:microsoft.com/office/officeart/2005/8/layout/vList3"/>
    <dgm:cxn modelId="{21F9540C-53E8-43DC-BBBA-A967876DA870}" type="presParOf" srcId="{63086FBD-083C-427C-B2FD-8E58E4DBA223}" destId="{435533C7-89A1-41BE-9E77-F4BD678AC542}" srcOrd="1" destOrd="0" presId="urn:microsoft.com/office/officeart/2005/8/layout/vList3"/>
    <dgm:cxn modelId="{0BF033F0-3B18-4A9F-B720-2EFB0489AFF7}" type="presParOf" srcId="{08D6994E-DBEF-43EE-9DA9-395AD37EDA06}" destId="{73E64979-203F-421D-B843-0B0D1BA5A77E}" srcOrd="1" destOrd="0" presId="urn:microsoft.com/office/officeart/2005/8/layout/vList3"/>
    <dgm:cxn modelId="{0DD33894-6558-40CC-B1E4-04495133C53D}" type="presParOf" srcId="{08D6994E-DBEF-43EE-9DA9-395AD37EDA06}" destId="{0388808C-9AB0-4A0B-A180-DB91E0CE4A4B}" srcOrd="2" destOrd="0" presId="urn:microsoft.com/office/officeart/2005/8/layout/vList3"/>
    <dgm:cxn modelId="{85B175B6-C312-4597-8BE5-96737D112677}" type="presParOf" srcId="{0388808C-9AB0-4A0B-A180-DB91E0CE4A4B}" destId="{E4D05B75-7113-4C46-A350-F7FBED8BB84B}" srcOrd="0" destOrd="0" presId="urn:microsoft.com/office/officeart/2005/8/layout/vList3"/>
    <dgm:cxn modelId="{C3D98489-E15D-4ABD-A5F3-F8A0748EA724}" type="presParOf" srcId="{0388808C-9AB0-4A0B-A180-DB91E0CE4A4B}" destId="{0A4CD145-4BFF-47EB-8E10-820239BE021D}" srcOrd="1" destOrd="0" presId="urn:microsoft.com/office/officeart/2005/8/layout/vList3"/>
    <dgm:cxn modelId="{4B80C527-2DE9-4AD5-BDB8-8BFBBE8F4D15}" type="presParOf" srcId="{08D6994E-DBEF-43EE-9DA9-395AD37EDA06}" destId="{02C25738-C59F-4EF4-978B-5766C6848564}" srcOrd="3" destOrd="0" presId="urn:microsoft.com/office/officeart/2005/8/layout/vList3"/>
    <dgm:cxn modelId="{58CA0450-7B66-4428-9EB8-1B5F98440D70}" type="presParOf" srcId="{08D6994E-DBEF-43EE-9DA9-395AD37EDA06}" destId="{6748E508-1A51-4CC7-871E-4487534C8A30}" srcOrd="4" destOrd="0" presId="urn:microsoft.com/office/officeart/2005/8/layout/vList3"/>
    <dgm:cxn modelId="{47C3BA56-BDF0-4FA8-B090-87745B30890D}" type="presParOf" srcId="{6748E508-1A51-4CC7-871E-4487534C8A30}" destId="{979481F4-DAC2-4F8B-A2AC-D521EEFE5A41}" srcOrd="0" destOrd="0" presId="urn:microsoft.com/office/officeart/2005/8/layout/vList3"/>
    <dgm:cxn modelId="{9339050A-846B-4EA5-A098-EB8E39D0BCED}" type="presParOf" srcId="{6748E508-1A51-4CC7-871E-4487534C8A30}" destId="{485CA3B6-8FEB-458D-B114-EF7A66DA7125}" srcOrd="1" destOrd="0" presId="urn:microsoft.com/office/officeart/2005/8/layout/vList3"/>
    <dgm:cxn modelId="{8E391221-5FDE-45E2-990B-39BEBE07987A}" type="presParOf" srcId="{08D6994E-DBEF-43EE-9DA9-395AD37EDA06}" destId="{69DAEA43-A4D5-4CE3-80C5-080D6D109F4E}" srcOrd="5" destOrd="0" presId="urn:microsoft.com/office/officeart/2005/8/layout/vList3"/>
    <dgm:cxn modelId="{F1949EB2-B92C-411C-B7CA-C36C3D0AE5D7}" type="presParOf" srcId="{08D6994E-DBEF-43EE-9DA9-395AD37EDA06}" destId="{306A2B98-52D8-467E-AEE6-31EF8D2124BB}" srcOrd="6" destOrd="0" presId="urn:microsoft.com/office/officeart/2005/8/layout/vList3"/>
    <dgm:cxn modelId="{88DA521F-A5CA-44DA-9547-8794665D32BE}" type="presParOf" srcId="{306A2B98-52D8-467E-AEE6-31EF8D2124BB}" destId="{DC4157A1-1968-41A9-868E-EFCC6F6FF137}" srcOrd="0" destOrd="0" presId="urn:microsoft.com/office/officeart/2005/8/layout/vList3"/>
    <dgm:cxn modelId="{D1A8385E-03ED-44AF-A93C-F8B282B5BA35}" type="presParOf" srcId="{306A2B98-52D8-467E-AEE6-31EF8D2124BB}" destId="{A6CB3A26-489A-4CB5-8E2F-FEB0CE1DFA7B}" srcOrd="1" destOrd="0" presId="urn:microsoft.com/office/officeart/2005/8/layout/vList3"/>
    <dgm:cxn modelId="{90430681-964C-4094-BE22-AC6062325D05}" type="presParOf" srcId="{08D6994E-DBEF-43EE-9DA9-395AD37EDA06}" destId="{1EC82FB2-C0B7-4598-97B2-F661AA1677EB}" srcOrd="7" destOrd="0" presId="urn:microsoft.com/office/officeart/2005/8/layout/vList3"/>
    <dgm:cxn modelId="{195D4E5B-AC47-42F0-BC8B-9C93304FE9C5}" type="presParOf" srcId="{08D6994E-DBEF-43EE-9DA9-395AD37EDA06}" destId="{DA960CEE-B5A4-47EE-A792-CD33E56CB521}" srcOrd="8" destOrd="0" presId="urn:microsoft.com/office/officeart/2005/8/layout/vList3"/>
    <dgm:cxn modelId="{3B6D8246-CA04-4670-8E2F-9D22C4F2BD0C}" type="presParOf" srcId="{DA960CEE-B5A4-47EE-A792-CD33E56CB521}" destId="{B0E4D8D2-A33A-4FC2-9F88-557BF012FE9F}" srcOrd="0" destOrd="0" presId="urn:microsoft.com/office/officeart/2005/8/layout/vList3"/>
    <dgm:cxn modelId="{7A215272-C985-44F4-93AC-98BB552F5D96}" type="presParOf" srcId="{DA960CEE-B5A4-47EE-A792-CD33E56CB521}" destId="{F2CD0FBC-AF93-403A-8449-2F1123AEA101}" srcOrd="1" destOrd="0" presId="urn:microsoft.com/office/officeart/2005/8/layout/vList3"/>
    <dgm:cxn modelId="{A125FE41-381B-4E60-9CD4-CFE2A7EC6F67}" type="presParOf" srcId="{08D6994E-DBEF-43EE-9DA9-395AD37EDA06}" destId="{84CE4F4B-D8E3-4AEB-80DA-BCDDDBA6841F}" srcOrd="9" destOrd="0" presId="urn:microsoft.com/office/officeart/2005/8/layout/vList3"/>
    <dgm:cxn modelId="{9CDAF06E-6B9A-4816-AD95-2DE5ED5087B7}" type="presParOf" srcId="{08D6994E-DBEF-43EE-9DA9-395AD37EDA06}" destId="{167FB226-DAD2-4F36-873C-F6F8637BE1E7}" srcOrd="10" destOrd="0" presId="urn:microsoft.com/office/officeart/2005/8/layout/vList3"/>
    <dgm:cxn modelId="{B6488534-6413-49CE-801A-F8E53DA61144}" type="presParOf" srcId="{167FB226-DAD2-4F36-873C-F6F8637BE1E7}" destId="{B927A9CF-4447-4845-B420-54CC85C52C76}" srcOrd="0" destOrd="0" presId="urn:microsoft.com/office/officeart/2005/8/layout/vList3"/>
    <dgm:cxn modelId="{80C51E53-1266-4DA6-9439-D2AE412D9D28}" type="presParOf" srcId="{167FB226-DAD2-4F36-873C-F6F8637BE1E7}" destId="{229D38AB-10EF-4142-9397-1F00200D722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3CB78C1-0C65-495B-A5D5-1C7F2663FB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E19D1A8-38EC-42CF-BF05-687CA6691DAF}">
      <dgm:prSet custT="1"/>
      <dgm:spPr/>
      <dgm:t>
        <a:bodyPr/>
        <a:lstStyle/>
        <a:p>
          <a:pPr algn="ctr"/>
          <a:r>
            <a:rPr lang="en-GB" sz="5400" b="1" u="sng" baseline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Data Cleaning</a:t>
          </a:r>
          <a:endParaRPr lang="en-IN" sz="5400" u="sng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42CA98-A9A6-4E0C-A9CE-DE4400DB7E14}" type="parTrans" cxnId="{EA9927ED-192A-42D5-8228-DC33D1CED120}">
      <dgm:prSet/>
      <dgm:spPr/>
      <dgm:t>
        <a:bodyPr/>
        <a:lstStyle/>
        <a:p>
          <a:endParaRPr lang="en-IN"/>
        </a:p>
      </dgm:t>
    </dgm:pt>
    <dgm:pt modelId="{640326F9-7A28-4AFE-B8FE-C08B731F30ED}" type="sibTrans" cxnId="{EA9927ED-192A-42D5-8228-DC33D1CED120}">
      <dgm:prSet/>
      <dgm:spPr/>
      <dgm:t>
        <a:bodyPr/>
        <a:lstStyle/>
        <a:p>
          <a:endParaRPr lang="en-IN"/>
        </a:p>
      </dgm:t>
    </dgm:pt>
    <dgm:pt modelId="{18B1F9BC-80E5-4009-AAC8-FCBA44E6C1A3}">
      <dgm:prSet custT="1"/>
      <dgm:spPr/>
      <dgm:t>
        <a:bodyPr/>
        <a:lstStyle/>
        <a:p>
          <a:r>
            <a:rPr lang="en-GB" sz="2400" baseline="0" dirty="0">
              <a:solidFill>
                <a:schemeClr val="bg2">
                  <a:lumMod val="90000"/>
                </a:schemeClr>
              </a:solidFill>
            </a:rPr>
            <a:t>Removed missing/inconsistent values</a:t>
          </a:r>
          <a:endParaRPr lang="en-IN" sz="2400" dirty="0">
            <a:solidFill>
              <a:schemeClr val="bg2">
                <a:lumMod val="90000"/>
              </a:schemeClr>
            </a:solidFill>
          </a:endParaRPr>
        </a:p>
      </dgm:t>
    </dgm:pt>
    <dgm:pt modelId="{139A5F9E-02F9-456A-A4BA-C917399CAA44}" type="parTrans" cxnId="{5DCF9E10-AE8C-4AC0-B5D6-DCD894D5B2AB}">
      <dgm:prSet/>
      <dgm:spPr/>
      <dgm:t>
        <a:bodyPr/>
        <a:lstStyle/>
        <a:p>
          <a:endParaRPr lang="en-IN"/>
        </a:p>
      </dgm:t>
    </dgm:pt>
    <dgm:pt modelId="{95B04934-79C9-4823-A17E-861FA3171988}" type="sibTrans" cxnId="{5DCF9E10-AE8C-4AC0-B5D6-DCD894D5B2AB}">
      <dgm:prSet/>
      <dgm:spPr/>
      <dgm:t>
        <a:bodyPr/>
        <a:lstStyle/>
        <a:p>
          <a:endParaRPr lang="en-IN"/>
        </a:p>
      </dgm:t>
    </dgm:pt>
    <dgm:pt modelId="{4713B2DA-A1CF-48F7-864F-4D66A34751CA}">
      <dgm:prSet custT="1"/>
      <dgm:spPr/>
      <dgm:t>
        <a:bodyPr/>
        <a:lstStyle/>
        <a:p>
          <a:r>
            <a:rPr lang="en-GB" sz="2400" baseline="0" dirty="0">
              <a:solidFill>
                <a:schemeClr val="bg2">
                  <a:lumMod val="90000"/>
                </a:schemeClr>
              </a:solidFill>
            </a:rPr>
            <a:t>Converted categorical variables</a:t>
          </a:r>
          <a:endParaRPr lang="en-IN" sz="2400" dirty="0">
            <a:solidFill>
              <a:schemeClr val="bg2">
                <a:lumMod val="90000"/>
              </a:schemeClr>
            </a:solidFill>
          </a:endParaRPr>
        </a:p>
      </dgm:t>
    </dgm:pt>
    <dgm:pt modelId="{C1BD523D-B153-4DB0-A7C7-6654B50020C2}" type="parTrans" cxnId="{5700C347-6635-47FE-9E03-9ADC73E6B576}">
      <dgm:prSet/>
      <dgm:spPr/>
      <dgm:t>
        <a:bodyPr/>
        <a:lstStyle/>
        <a:p>
          <a:endParaRPr lang="en-IN"/>
        </a:p>
      </dgm:t>
    </dgm:pt>
    <dgm:pt modelId="{C5DB19CF-CF06-464B-98DF-B9BD79381B6D}" type="sibTrans" cxnId="{5700C347-6635-47FE-9E03-9ADC73E6B576}">
      <dgm:prSet/>
      <dgm:spPr/>
      <dgm:t>
        <a:bodyPr/>
        <a:lstStyle/>
        <a:p>
          <a:endParaRPr lang="en-IN"/>
        </a:p>
      </dgm:t>
    </dgm:pt>
    <dgm:pt modelId="{E49F8C0C-F5CA-4BBF-A5CC-4FA72C0FB19D}">
      <dgm:prSet custT="1"/>
      <dgm:spPr/>
      <dgm:t>
        <a:bodyPr/>
        <a:lstStyle/>
        <a:p>
          <a:r>
            <a:rPr lang="en-GB" sz="2400" baseline="0" dirty="0">
              <a:solidFill>
                <a:schemeClr val="bg2">
                  <a:lumMod val="90000"/>
                </a:schemeClr>
              </a:solidFill>
            </a:rPr>
            <a:t>Standardized columns</a:t>
          </a:r>
          <a:endParaRPr lang="en-IN" sz="2400" dirty="0">
            <a:solidFill>
              <a:schemeClr val="bg2">
                <a:lumMod val="90000"/>
              </a:schemeClr>
            </a:solidFill>
          </a:endParaRPr>
        </a:p>
      </dgm:t>
    </dgm:pt>
    <dgm:pt modelId="{8275F328-3FB8-4177-AE6C-BC1E5D5F599D}" type="parTrans" cxnId="{CFB82689-511A-49ED-95D3-63A67C9F483C}">
      <dgm:prSet/>
      <dgm:spPr/>
      <dgm:t>
        <a:bodyPr/>
        <a:lstStyle/>
        <a:p>
          <a:endParaRPr lang="en-IN"/>
        </a:p>
      </dgm:t>
    </dgm:pt>
    <dgm:pt modelId="{2BB3F5BA-9947-406D-9695-11EF54896D55}" type="sibTrans" cxnId="{CFB82689-511A-49ED-95D3-63A67C9F483C}">
      <dgm:prSet/>
      <dgm:spPr/>
      <dgm:t>
        <a:bodyPr/>
        <a:lstStyle/>
        <a:p>
          <a:endParaRPr lang="en-IN"/>
        </a:p>
      </dgm:t>
    </dgm:pt>
    <dgm:pt modelId="{359241DB-4E65-4A64-AB25-C55108598CA1}">
      <dgm:prSet custT="1"/>
      <dgm:spPr/>
      <dgm:t>
        <a:bodyPr/>
        <a:lstStyle/>
        <a:p>
          <a:r>
            <a:rPr lang="en-GB" sz="2400" baseline="0" dirty="0">
              <a:solidFill>
                <a:schemeClr val="bg2">
                  <a:lumMod val="90000"/>
                </a:schemeClr>
              </a:solidFill>
            </a:rPr>
            <a:t>Prepared data for analysis</a:t>
          </a:r>
          <a:endParaRPr lang="en-IN" sz="2400" dirty="0">
            <a:solidFill>
              <a:schemeClr val="bg2">
                <a:lumMod val="90000"/>
              </a:schemeClr>
            </a:solidFill>
          </a:endParaRPr>
        </a:p>
      </dgm:t>
    </dgm:pt>
    <dgm:pt modelId="{4D109CD7-384C-47E4-B304-110F962F0514}" type="parTrans" cxnId="{68A784B9-BBF6-42AE-885E-B93B264C0DD5}">
      <dgm:prSet/>
      <dgm:spPr/>
      <dgm:t>
        <a:bodyPr/>
        <a:lstStyle/>
        <a:p>
          <a:endParaRPr lang="en-IN"/>
        </a:p>
      </dgm:t>
    </dgm:pt>
    <dgm:pt modelId="{EB671216-7D04-4C45-8C5A-708F287DC519}" type="sibTrans" cxnId="{68A784B9-BBF6-42AE-885E-B93B264C0DD5}">
      <dgm:prSet/>
      <dgm:spPr/>
      <dgm:t>
        <a:bodyPr/>
        <a:lstStyle/>
        <a:p>
          <a:endParaRPr lang="en-IN"/>
        </a:p>
      </dgm:t>
    </dgm:pt>
    <dgm:pt modelId="{FA3F691A-9941-44D6-A0CC-E913EE425DAC}" type="pres">
      <dgm:prSet presAssocID="{23CB78C1-0C65-495B-A5D5-1C7F2663FB01}" presName="linear" presStyleCnt="0">
        <dgm:presLayoutVars>
          <dgm:animLvl val="lvl"/>
          <dgm:resizeHandles val="exact"/>
        </dgm:presLayoutVars>
      </dgm:prSet>
      <dgm:spPr/>
    </dgm:pt>
    <dgm:pt modelId="{778800A3-A1DF-42D6-ABD7-9586A2007FA2}" type="pres">
      <dgm:prSet presAssocID="{FE19D1A8-38EC-42CF-BF05-687CA6691DA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2DE79AB-5ECE-471E-AEF3-3A1604DDDB01}" type="pres">
      <dgm:prSet presAssocID="{640326F9-7A28-4AFE-B8FE-C08B731F30ED}" presName="spacer" presStyleCnt="0"/>
      <dgm:spPr/>
    </dgm:pt>
    <dgm:pt modelId="{74F0BC7E-F15A-4513-A2F8-5F3023A4CD02}" type="pres">
      <dgm:prSet presAssocID="{18B1F9BC-80E5-4009-AAC8-FCBA44E6C1A3}" presName="parentText" presStyleLbl="node1" presStyleIdx="1" presStyleCnt="5" custLinFactY="-611" custLinFactNeighborY="-100000">
        <dgm:presLayoutVars>
          <dgm:chMax val="0"/>
          <dgm:bulletEnabled val="1"/>
        </dgm:presLayoutVars>
      </dgm:prSet>
      <dgm:spPr/>
    </dgm:pt>
    <dgm:pt modelId="{A9E9C867-AF9E-48EC-A743-A0C61D8353CF}" type="pres">
      <dgm:prSet presAssocID="{95B04934-79C9-4823-A17E-861FA3171988}" presName="spacer" presStyleCnt="0"/>
      <dgm:spPr/>
    </dgm:pt>
    <dgm:pt modelId="{8B14927E-74A9-4275-9BEE-8FED0F4B4494}" type="pres">
      <dgm:prSet presAssocID="{4713B2DA-A1CF-48F7-864F-4D66A34751C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990B498-45A2-46F0-8920-56376DCF245D}" type="pres">
      <dgm:prSet presAssocID="{C5DB19CF-CF06-464B-98DF-B9BD79381B6D}" presName="spacer" presStyleCnt="0"/>
      <dgm:spPr/>
    </dgm:pt>
    <dgm:pt modelId="{B0550D95-50E1-4377-8404-CC62FE77B15B}" type="pres">
      <dgm:prSet presAssocID="{E49F8C0C-F5CA-4BBF-A5CC-4FA72C0FB19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7A24C75-3BBE-4252-A1EE-F954751EE108}" type="pres">
      <dgm:prSet presAssocID="{2BB3F5BA-9947-406D-9695-11EF54896D55}" presName="spacer" presStyleCnt="0"/>
      <dgm:spPr/>
    </dgm:pt>
    <dgm:pt modelId="{B81050E5-FE6B-416A-B3EB-9569F5CB88ED}" type="pres">
      <dgm:prSet presAssocID="{359241DB-4E65-4A64-AB25-C55108598CA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DCF9E10-AE8C-4AC0-B5D6-DCD894D5B2AB}" srcId="{23CB78C1-0C65-495B-A5D5-1C7F2663FB01}" destId="{18B1F9BC-80E5-4009-AAC8-FCBA44E6C1A3}" srcOrd="1" destOrd="0" parTransId="{139A5F9E-02F9-456A-A4BA-C917399CAA44}" sibTransId="{95B04934-79C9-4823-A17E-861FA3171988}"/>
    <dgm:cxn modelId="{5700C347-6635-47FE-9E03-9ADC73E6B576}" srcId="{23CB78C1-0C65-495B-A5D5-1C7F2663FB01}" destId="{4713B2DA-A1CF-48F7-864F-4D66A34751CA}" srcOrd="2" destOrd="0" parTransId="{C1BD523D-B153-4DB0-A7C7-6654B50020C2}" sibTransId="{C5DB19CF-CF06-464B-98DF-B9BD79381B6D}"/>
    <dgm:cxn modelId="{74E5DF7F-3C86-44D5-8B96-159EABF0E0F3}" type="presOf" srcId="{4713B2DA-A1CF-48F7-864F-4D66A34751CA}" destId="{8B14927E-74A9-4275-9BEE-8FED0F4B4494}" srcOrd="0" destOrd="0" presId="urn:microsoft.com/office/officeart/2005/8/layout/vList2"/>
    <dgm:cxn modelId="{CFB82689-511A-49ED-95D3-63A67C9F483C}" srcId="{23CB78C1-0C65-495B-A5D5-1C7F2663FB01}" destId="{E49F8C0C-F5CA-4BBF-A5CC-4FA72C0FB19D}" srcOrd="3" destOrd="0" parTransId="{8275F328-3FB8-4177-AE6C-BC1E5D5F599D}" sibTransId="{2BB3F5BA-9947-406D-9695-11EF54896D55}"/>
    <dgm:cxn modelId="{26FEABA5-F8F5-4BD8-AF1E-39CE8E68D37D}" type="presOf" srcId="{18B1F9BC-80E5-4009-AAC8-FCBA44E6C1A3}" destId="{74F0BC7E-F15A-4513-A2F8-5F3023A4CD02}" srcOrd="0" destOrd="0" presId="urn:microsoft.com/office/officeart/2005/8/layout/vList2"/>
    <dgm:cxn modelId="{265BB3B3-B735-469A-9CB5-D3768E4061E1}" type="presOf" srcId="{E49F8C0C-F5CA-4BBF-A5CC-4FA72C0FB19D}" destId="{B0550D95-50E1-4377-8404-CC62FE77B15B}" srcOrd="0" destOrd="0" presId="urn:microsoft.com/office/officeart/2005/8/layout/vList2"/>
    <dgm:cxn modelId="{68A784B9-BBF6-42AE-885E-B93B264C0DD5}" srcId="{23CB78C1-0C65-495B-A5D5-1C7F2663FB01}" destId="{359241DB-4E65-4A64-AB25-C55108598CA1}" srcOrd="4" destOrd="0" parTransId="{4D109CD7-384C-47E4-B304-110F962F0514}" sibTransId="{EB671216-7D04-4C45-8C5A-708F287DC519}"/>
    <dgm:cxn modelId="{2812C5D4-D72D-4DDC-94B9-0B1A088A7853}" type="presOf" srcId="{FE19D1A8-38EC-42CF-BF05-687CA6691DAF}" destId="{778800A3-A1DF-42D6-ABD7-9586A2007FA2}" srcOrd="0" destOrd="0" presId="urn:microsoft.com/office/officeart/2005/8/layout/vList2"/>
    <dgm:cxn modelId="{1EB51FDB-B178-4355-A8CB-28B653690313}" type="presOf" srcId="{23CB78C1-0C65-495B-A5D5-1C7F2663FB01}" destId="{FA3F691A-9941-44D6-A0CC-E913EE425DAC}" srcOrd="0" destOrd="0" presId="urn:microsoft.com/office/officeart/2005/8/layout/vList2"/>
    <dgm:cxn modelId="{78C27EEC-D044-4399-92A9-FEDA0578DC28}" type="presOf" srcId="{359241DB-4E65-4A64-AB25-C55108598CA1}" destId="{B81050E5-FE6B-416A-B3EB-9569F5CB88ED}" srcOrd="0" destOrd="0" presId="urn:microsoft.com/office/officeart/2005/8/layout/vList2"/>
    <dgm:cxn modelId="{EA9927ED-192A-42D5-8228-DC33D1CED120}" srcId="{23CB78C1-0C65-495B-A5D5-1C7F2663FB01}" destId="{FE19D1A8-38EC-42CF-BF05-687CA6691DAF}" srcOrd="0" destOrd="0" parTransId="{AF42CA98-A9A6-4E0C-A9CE-DE4400DB7E14}" sibTransId="{640326F9-7A28-4AFE-B8FE-C08B731F30ED}"/>
    <dgm:cxn modelId="{C4AED3E1-23D4-4087-91B6-0DE44BD3EB1A}" type="presParOf" srcId="{FA3F691A-9941-44D6-A0CC-E913EE425DAC}" destId="{778800A3-A1DF-42D6-ABD7-9586A2007FA2}" srcOrd="0" destOrd="0" presId="urn:microsoft.com/office/officeart/2005/8/layout/vList2"/>
    <dgm:cxn modelId="{F8F957C6-A641-4FBE-81CD-A93301B2FF04}" type="presParOf" srcId="{FA3F691A-9941-44D6-A0CC-E913EE425DAC}" destId="{F2DE79AB-5ECE-471E-AEF3-3A1604DDDB01}" srcOrd="1" destOrd="0" presId="urn:microsoft.com/office/officeart/2005/8/layout/vList2"/>
    <dgm:cxn modelId="{831DF02A-B201-469F-AD45-04670FC0A39E}" type="presParOf" srcId="{FA3F691A-9941-44D6-A0CC-E913EE425DAC}" destId="{74F0BC7E-F15A-4513-A2F8-5F3023A4CD02}" srcOrd="2" destOrd="0" presId="urn:microsoft.com/office/officeart/2005/8/layout/vList2"/>
    <dgm:cxn modelId="{9E0B19DB-819D-4B47-8F88-C38EE26AB020}" type="presParOf" srcId="{FA3F691A-9941-44D6-A0CC-E913EE425DAC}" destId="{A9E9C867-AF9E-48EC-A743-A0C61D8353CF}" srcOrd="3" destOrd="0" presId="urn:microsoft.com/office/officeart/2005/8/layout/vList2"/>
    <dgm:cxn modelId="{2769DE84-19D3-4F93-B047-410344137969}" type="presParOf" srcId="{FA3F691A-9941-44D6-A0CC-E913EE425DAC}" destId="{8B14927E-74A9-4275-9BEE-8FED0F4B4494}" srcOrd="4" destOrd="0" presId="urn:microsoft.com/office/officeart/2005/8/layout/vList2"/>
    <dgm:cxn modelId="{0F58D08C-D94C-417C-9FD7-14D273B6C558}" type="presParOf" srcId="{FA3F691A-9941-44D6-A0CC-E913EE425DAC}" destId="{8990B498-45A2-46F0-8920-56376DCF245D}" srcOrd="5" destOrd="0" presId="urn:microsoft.com/office/officeart/2005/8/layout/vList2"/>
    <dgm:cxn modelId="{BF2C9740-9ADD-4810-97E2-8BB5E83F9B17}" type="presParOf" srcId="{FA3F691A-9941-44D6-A0CC-E913EE425DAC}" destId="{B0550D95-50E1-4377-8404-CC62FE77B15B}" srcOrd="6" destOrd="0" presId="urn:microsoft.com/office/officeart/2005/8/layout/vList2"/>
    <dgm:cxn modelId="{CCE0B2E6-E749-430C-94D3-4EB40F9AFF91}" type="presParOf" srcId="{FA3F691A-9941-44D6-A0CC-E913EE425DAC}" destId="{27A24C75-3BBE-4252-A1EE-F954751EE108}" srcOrd="7" destOrd="0" presId="urn:microsoft.com/office/officeart/2005/8/layout/vList2"/>
    <dgm:cxn modelId="{A8ED417B-E529-4FB8-8818-655AB5B5769B}" type="presParOf" srcId="{FA3F691A-9941-44D6-A0CC-E913EE425DAC}" destId="{B81050E5-FE6B-416A-B3EB-9569F5CB88E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63DF9BD-3D0F-4FA6-9C08-1AE4D6AB0D2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6A9BD66-F0D9-498D-906F-7BF144A7ABA8}">
      <dgm:prSet/>
      <dgm:spPr/>
      <dgm:t>
        <a:bodyPr/>
        <a:lstStyle/>
        <a:p>
          <a:pPr algn="ctr"/>
          <a:r>
            <a:rPr lang="en-GB" b="1" u="sng" baseline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Customer Distribution</a:t>
          </a:r>
          <a:endParaRPr lang="en-IN" u="sng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265517C-F400-4901-9B45-B905FEB425CD}" type="parTrans" cxnId="{01F987F7-EAB2-44C9-BF3C-B1F291F31E2A}">
      <dgm:prSet/>
      <dgm:spPr/>
      <dgm:t>
        <a:bodyPr/>
        <a:lstStyle/>
        <a:p>
          <a:endParaRPr lang="en-IN"/>
        </a:p>
      </dgm:t>
    </dgm:pt>
    <dgm:pt modelId="{2305E90D-1DAB-429D-B30F-FD178E0E019C}" type="sibTrans" cxnId="{01F987F7-EAB2-44C9-BF3C-B1F291F31E2A}">
      <dgm:prSet/>
      <dgm:spPr/>
      <dgm:t>
        <a:bodyPr/>
        <a:lstStyle/>
        <a:p>
          <a:endParaRPr lang="en-IN"/>
        </a:p>
      </dgm:t>
    </dgm:pt>
    <dgm:pt modelId="{8A2ED957-D321-4929-9853-CD7D949454E3}">
      <dgm:prSet/>
      <dgm:spPr/>
      <dgm:t>
        <a:bodyPr/>
        <a:lstStyle/>
        <a:p>
          <a:r>
            <a:rPr lang="en-GB" baseline="0" dirty="0">
              <a:solidFill>
                <a:schemeClr val="bg2">
                  <a:lumMod val="90000"/>
                </a:schemeClr>
              </a:solidFill>
            </a:rPr>
            <a:t>Majority customers are non-churn</a:t>
          </a:r>
          <a:endParaRPr lang="en-IN" dirty="0">
            <a:solidFill>
              <a:schemeClr val="bg2">
                <a:lumMod val="90000"/>
              </a:schemeClr>
            </a:solidFill>
          </a:endParaRPr>
        </a:p>
      </dgm:t>
    </dgm:pt>
    <dgm:pt modelId="{08AF7987-C9CB-4D41-9B27-4002199F549A}" type="parTrans" cxnId="{D26DFAF2-6068-4DDE-99A7-9A26D13DC367}">
      <dgm:prSet/>
      <dgm:spPr/>
      <dgm:t>
        <a:bodyPr/>
        <a:lstStyle/>
        <a:p>
          <a:endParaRPr lang="en-IN"/>
        </a:p>
      </dgm:t>
    </dgm:pt>
    <dgm:pt modelId="{03E336A0-0D24-47AA-8E27-159B2F161D01}" type="sibTrans" cxnId="{D26DFAF2-6068-4DDE-99A7-9A26D13DC367}">
      <dgm:prSet/>
      <dgm:spPr/>
      <dgm:t>
        <a:bodyPr/>
        <a:lstStyle/>
        <a:p>
          <a:endParaRPr lang="en-IN"/>
        </a:p>
      </dgm:t>
    </dgm:pt>
    <dgm:pt modelId="{F163148C-C0E0-4DB4-8F9F-16A7C5AE0453}">
      <dgm:prSet/>
      <dgm:spPr/>
      <dgm:t>
        <a:bodyPr/>
        <a:lstStyle/>
        <a:p>
          <a:r>
            <a:rPr lang="en-GB" baseline="0" dirty="0">
              <a:solidFill>
                <a:schemeClr val="bg2">
                  <a:lumMod val="90000"/>
                </a:schemeClr>
              </a:solidFill>
            </a:rPr>
            <a:t>Imbalance in target variable</a:t>
          </a:r>
          <a:endParaRPr lang="en-IN" dirty="0">
            <a:solidFill>
              <a:schemeClr val="bg2">
                <a:lumMod val="90000"/>
              </a:schemeClr>
            </a:solidFill>
          </a:endParaRPr>
        </a:p>
      </dgm:t>
    </dgm:pt>
    <dgm:pt modelId="{C06D5C5E-AB50-4BE6-B593-552D2BD9FF0B}" type="parTrans" cxnId="{E9F3531C-0726-4C7C-9F33-3F061129D6DD}">
      <dgm:prSet/>
      <dgm:spPr/>
      <dgm:t>
        <a:bodyPr/>
        <a:lstStyle/>
        <a:p>
          <a:endParaRPr lang="en-IN"/>
        </a:p>
      </dgm:t>
    </dgm:pt>
    <dgm:pt modelId="{27263445-C049-4674-BA94-4BC297CF1A4C}" type="sibTrans" cxnId="{E9F3531C-0726-4C7C-9F33-3F061129D6DD}">
      <dgm:prSet/>
      <dgm:spPr/>
      <dgm:t>
        <a:bodyPr/>
        <a:lstStyle/>
        <a:p>
          <a:endParaRPr lang="en-IN"/>
        </a:p>
      </dgm:t>
    </dgm:pt>
    <dgm:pt modelId="{5847E31E-719A-4927-A1CF-642EBDD7201A}">
      <dgm:prSet/>
      <dgm:spPr/>
      <dgm:t>
        <a:bodyPr/>
        <a:lstStyle/>
        <a:p>
          <a:r>
            <a:rPr lang="en-GB" baseline="0" dirty="0">
              <a:solidFill>
                <a:schemeClr val="bg2">
                  <a:lumMod val="90000"/>
                </a:schemeClr>
              </a:solidFill>
            </a:rPr>
            <a:t>Important to consider in </a:t>
          </a:r>
          <a:r>
            <a:rPr lang="en-GB" baseline="0" dirty="0" err="1">
              <a:solidFill>
                <a:schemeClr val="bg2">
                  <a:lumMod val="90000"/>
                </a:schemeClr>
              </a:solidFill>
            </a:rPr>
            <a:t>modeling</a:t>
          </a:r>
          <a:endParaRPr lang="en-IN" dirty="0">
            <a:solidFill>
              <a:schemeClr val="bg2">
                <a:lumMod val="90000"/>
              </a:schemeClr>
            </a:solidFill>
          </a:endParaRPr>
        </a:p>
      </dgm:t>
    </dgm:pt>
    <dgm:pt modelId="{C6E0E62A-4D6C-4424-9AF1-32CDD4F74353}" type="parTrans" cxnId="{3BB1508B-5CAD-483C-BD05-250C7E8FD6C6}">
      <dgm:prSet/>
      <dgm:spPr/>
      <dgm:t>
        <a:bodyPr/>
        <a:lstStyle/>
        <a:p>
          <a:endParaRPr lang="en-IN"/>
        </a:p>
      </dgm:t>
    </dgm:pt>
    <dgm:pt modelId="{F5A6097A-3933-418A-BA36-7F47BF282F3E}" type="sibTrans" cxnId="{3BB1508B-5CAD-483C-BD05-250C7E8FD6C6}">
      <dgm:prSet/>
      <dgm:spPr/>
      <dgm:t>
        <a:bodyPr/>
        <a:lstStyle/>
        <a:p>
          <a:endParaRPr lang="en-IN"/>
        </a:p>
      </dgm:t>
    </dgm:pt>
    <dgm:pt modelId="{CD0012F6-B1D3-482B-8755-F801F7F95BF5}" type="pres">
      <dgm:prSet presAssocID="{763DF9BD-3D0F-4FA6-9C08-1AE4D6AB0D22}" presName="linear" presStyleCnt="0">
        <dgm:presLayoutVars>
          <dgm:animLvl val="lvl"/>
          <dgm:resizeHandles val="exact"/>
        </dgm:presLayoutVars>
      </dgm:prSet>
      <dgm:spPr/>
    </dgm:pt>
    <dgm:pt modelId="{2CF9EDB5-BF80-4670-B350-0FAE71BD85A2}" type="pres">
      <dgm:prSet presAssocID="{16A9BD66-F0D9-498D-906F-7BF144A7ABA8}" presName="parentText" presStyleLbl="node1" presStyleIdx="0" presStyleCnt="4" custLinFactNeighborX="1058" custLinFactNeighborY="7056">
        <dgm:presLayoutVars>
          <dgm:chMax val="0"/>
          <dgm:bulletEnabled val="1"/>
        </dgm:presLayoutVars>
      </dgm:prSet>
      <dgm:spPr/>
    </dgm:pt>
    <dgm:pt modelId="{85618147-5E51-450A-8A19-A2495BE7FBD8}" type="pres">
      <dgm:prSet presAssocID="{2305E90D-1DAB-429D-B30F-FD178E0E019C}" presName="spacer" presStyleCnt="0"/>
      <dgm:spPr/>
    </dgm:pt>
    <dgm:pt modelId="{5A8A7950-8364-4A3F-ADD8-55026B4C6656}" type="pres">
      <dgm:prSet presAssocID="{8A2ED957-D321-4929-9853-CD7D949454E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9DD5995-F958-4A7A-B5AA-F2ECA3622FC1}" type="pres">
      <dgm:prSet presAssocID="{03E336A0-0D24-47AA-8E27-159B2F161D01}" presName="spacer" presStyleCnt="0"/>
      <dgm:spPr/>
    </dgm:pt>
    <dgm:pt modelId="{A7E44DEC-90EA-415D-95D5-F14F954D391D}" type="pres">
      <dgm:prSet presAssocID="{F163148C-C0E0-4DB4-8F9F-16A7C5AE045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B3F55D3-F552-44B4-8587-F549BECD3E16}" type="pres">
      <dgm:prSet presAssocID="{27263445-C049-4674-BA94-4BC297CF1A4C}" presName="spacer" presStyleCnt="0"/>
      <dgm:spPr/>
    </dgm:pt>
    <dgm:pt modelId="{362FBFF6-E281-48FE-A19B-BAF62DD7C959}" type="pres">
      <dgm:prSet presAssocID="{5847E31E-719A-4927-A1CF-642EBDD7201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9F3531C-0726-4C7C-9F33-3F061129D6DD}" srcId="{763DF9BD-3D0F-4FA6-9C08-1AE4D6AB0D22}" destId="{F163148C-C0E0-4DB4-8F9F-16A7C5AE0453}" srcOrd="2" destOrd="0" parTransId="{C06D5C5E-AB50-4BE6-B593-552D2BD9FF0B}" sibTransId="{27263445-C049-4674-BA94-4BC297CF1A4C}"/>
    <dgm:cxn modelId="{BBF3C887-A61B-46F1-AA52-D3BDFF5D3384}" type="presOf" srcId="{5847E31E-719A-4927-A1CF-642EBDD7201A}" destId="{362FBFF6-E281-48FE-A19B-BAF62DD7C959}" srcOrd="0" destOrd="0" presId="urn:microsoft.com/office/officeart/2005/8/layout/vList2"/>
    <dgm:cxn modelId="{D136E787-A20D-4ACF-BC91-1582DAB42999}" type="presOf" srcId="{F163148C-C0E0-4DB4-8F9F-16A7C5AE0453}" destId="{A7E44DEC-90EA-415D-95D5-F14F954D391D}" srcOrd="0" destOrd="0" presId="urn:microsoft.com/office/officeart/2005/8/layout/vList2"/>
    <dgm:cxn modelId="{3BB1508B-5CAD-483C-BD05-250C7E8FD6C6}" srcId="{763DF9BD-3D0F-4FA6-9C08-1AE4D6AB0D22}" destId="{5847E31E-719A-4927-A1CF-642EBDD7201A}" srcOrd="3" destOrd="0" parTransId="{C6E0E62A-4D6C-4424-9AF1-32CDD4F74353}" sibTransId="{F5A6097A-3933-418A-BA36-7F47BF282F3E}"/>
    <dgm:cxn modelId="{680FC594-5319-42DB-9A3B-247328CFCAAB}" type="presOf" srcId="{763DF9BD-3D0F-4FA6-9C08-1AE4D6AB0D22}" destId="{CD0012F6-B1D3-482B-8755-F801F7F95BF5}" srcOrd="0" destOrd="0" presId="urn:microsoft.com/office/officeart/2005/8/layout/vList2"/>
    <dgm:cxn modelId="{FD73D7A7-22C1-4E42-85B1-4B1456B468F0}" type="presOf" srcId="{16A9BD66-F0D9-498D-906F-7BF144A7ABA8}" destId="{2CF9EDB5-BF80-4670-B350-0FAE71BD85A2}" srcOrd="0" destOrd="0" presId="urn:microsoft.com/office/officeart/2005/8/layout/vList2"/>
    <dgm:cxn modelId="{02F6F5DA-B99F-4148-9F24-784B9BB56B99}" type="presOf" srcId="{8A2ED957-D321-4929-9853-CD7D949454E3}" destId="{5A8A7950-8364-4A3F-ADD8-55026B4C6656}" srcOrd="0" destOrd="0" presId="urn:microsoft.com/office/officeart/2005/8/layout/vList2"/>
    <dgm:cxn modelId="{D26DFAF2-6068-4DDE-99A7-9A26D13DC367}" srcId="{763DF9BD-3D0F-4FA6-9C08-1AE4D6AB0D22}" destId="{8A2ED957-D321-4929-9853-CD7D949454E3}" srcOrd="1" destOrd="0" parTransId="{08AF7987-C9CB-4D41-9B27-4002199F549A}" sibTransId="{03E336A0-0D24-47AA-8E27-159B2F161D01}"/>
    <dgm:cxn modelId="{01F987F7-EAB2-44C9-BF3C-B1F291F31E2A}" srcId="{763DF9BD-3D0F-4FA6-9C08-1AE4D6AB0D22}" destId="{16A9BD66-F0D9-498D-906F-7BF144A7ABA8}" srcOrd="0" destOrd="0" parTransId="{C265517C-F400-4901-9B45-B905FEB425CD}" sibTransId="{2305E90D-1DAB-429D-B30F-FD178E0E019C}"/>
    <dgm:cxn modelId="{5475C5BF-F74C-481D-AF65-5D3022BAD736}" type="presParOf" srcId="{CD0012F6-B1D3-482B-8755-F801F7F95BF5}" destId="{2CF9EDB5-BF80-4670-B350-0FAE71BD85A2}" srcOrd="0" destOrd="0" presId="urn:microsoft.com/office/officeart/2005/8/layout/vList2"/>
    <dgm:cxn modelId="{A08F95BB-C3BA-45A8-837B-417A1EA4E9BF}" type="presParOf" srcId="{CD0012F6-B1D3-482B-8755-F801F7F95BF5}" destId="{85618147-5E51-450A-8A19-A2495BE7FBD8}" srcOrd="1" destOrd="0" presId="urn:microsoft.com/office/officeart/2005/8/layout/vList2"/>
    <dgm:cxn modelId="{7B90BB9B-2ADB-4AB3-9A36-AF3C265B5E24}" type="presParOf" srcId="{CD0012F6-B1D3-482B-8755-F801F7F95BF5}" destId="{5A8A7950-8364-4A3F-ADD8-55026B4C6656}" srcOrd="2" destOrd="0" presId="urn:microsoft.com/office/officeart/2005/8/layout/vList2"/>
    <dgm:cxn modelId="{4AA03012-33B7-43EF-84D7-ECB082F2B7EE}" type="presParOf" srcId="{CD0012F6-B1D3-482B-8755-F801F7F95BF5}" destId="{C9DD5995-F958-4A7A-B5AA-F2ECA3622FC1}" srcOrd="3" destOrd="0" presId="urn:microsoft.com/office/officeart/2005/8/layout/vList2"/>
    <dgm:cxn modelId="{BB2C5875-5226-44A1-81A0-D37992785418}" type="presParOf" srcId="{CD0012F6-B1D3-482B-8755-F801F7F95BF5}" destId="{A7E44DEC-90EA-415D-95D5-F14F954D391D}" srcOrd="4" destOrd="0" presId="urn:microsoft.com/office/officeart/2005/8/layout/vList2"/>
    <dgm:cxn modelId="{E4CC20F5-FB18-4C8C-B900-FC5C6872BC72}" type="presParOf" srcId="{CD0012F6-B1D3-482B-8755-F801F7F95BF5}" destId="{8B3F55D3-F552-44B4-8587-F549BECD3E16}" srcOrd="5" destOrd="0" presId="urn:microsoft.com/office/officeart/2005/8/layout/vList2"/>
    <dgm:cxn modelId="{CC11CE46-B875-4DB0-A073-95136AC3983B}" type="presParOf" srcId="{CD0012F6-B1D3-482B-8755-F801F7F95BF5}" destId="{362FBFF6-E281-48FE-A19B-BAF62DD7C95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96589ED-9A4A-4939-95E0-3482BC825AC1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6722E60-7FC2-47F2-9505-E8153FFAA909}">
      <dgm:prSet/>
      <dgm:spPr/>
      <dgm:t>
        <a:bodyPr/>
        <a:lstStyle/>
        <a:p>
          <a:r>
            <a:rPr lang="en-GB" b="1" u="sng" baseline="0" dirty="0">
              <a:solidFill>
                <a:schemeClr val="tx2">
                  <a:lumMod val="90000"/>
                  <a:lumOff val="10000"/>
                </a:schemeClr>
              </a:solidFill>
              <a:latin typeface="Arial Black" panose="020B0A04020102020204" pitchFamily="34" charset="0"/>
            </a:rPr>
            <a:t>Service Usage Overview</a:t>
          </a:r>
          <a:endParaRPr lang="en-IN" u="sng" dirty="0">
            <a:solidFill>
              <a:schemeClr val="tx2">
                <a:lumMod val="90000"/>
                <a:lumOff val="10000"/>
              </a:schemeClr>
            </a:solidFill>
            <a:latin typeface="Arial Black" panose="020B0A04020102020204" pitchFamily="34" charset="0"/>
          </a:endParaRPr>
        </a:p>
      </dgm:t>
    </dgm:pt>
    <dgm:pt modelId="{BF1488BB-7CBA-42D9-A4DA-07979C8B014D}" type="parTrans" cxnId="{4C6E178A-D7B1-471C-8F2E-756BE4BF4336}">
      <dgm:prSet/>
      <dgm:spPr/>
      <dgm:t>
        <a:bodyPr/>
        <a:lstStyle/>
        <a:p>
          <a:endParaRPr lang="en-IN"/>
        </a:p>
      </dgm:t>
    </dgm:pt>
    <dgm:pt modelId="{2562D475-9F02-48C3-9602-5343AA68D000}" type="sibTrans" cxnId="{4C6E178A-D7B1-471C-8F2E-756BE4BF4336}">
      <dgm:prSet/>
      <dgm:spPr/>
      <dgm:t>
        <a:bodyPr/>
        <a:lstStyle/>
        <a:p>
          <a:endParaRPr lang="en-IN"/>
        </a:p>
      </dgm:t>
    </dgm:pt>
    <dgm:pt modelId="{D6AC38F0-55EE-43DD-A7CB-30B2344826A1}">
      <dgm:prSet/>
      <dgm:spPr/>
      <dgm:t>
        <a:bodyPr/>
        <a:lstStyle/>
        <a:p>
          <a:r>
            <a:rPr lang="en-GB" baseline="0" dirty="0">
              <a:solidFill>
                <a:schemeClr val="bg2">
                  <a:lumMod val="25000"/>
                </a:schemeClr>
              </a:solidFill>
            </a:rPr>
            <a:t>Use charts such as</a:t>
          </a:r>
          <a:r>
            <a:rPr lang="en-GB" baseline="0" dirty="0"/>
            <a:t>:</a:t>
          </a:r>
          <a:endParaRPr lang="en-IN" dirty="0"/>
        </a:p>
      </dgm:t>
    </dgm:pt>
    <dgm:pt modelId="{6CB551C6-856C-4069-9568-935117E5E496}" type="parTrans" cxnId="{47E48650-1865-4A47-BDDE-C4365D3F8313}">
      <dgm:prSet/>
      <dgm:spPr/>
      <dgm:t>
        <a:bodyPr/>
        <a:lstStyle/>
        <a:p>
          <a:endParaRPr lang="en-IN"/>
        </a:p>
      </dgm:t>
    </dgm:pt>
    <dgm:pt modelId="{7F753383-9327-48DA-9A6C-00BB510C06E0}" type="sibTrans" cxnId="{47E48650-1865-4A47-BDDE-C4365D3F8313}">
      <dgm:prSet/>
      <dgm:spPr/>
      <dgm:t>
        <a:bodyPr/>
        <a:lstStyle/>
        <a:p>
          <a:endParaRPr lang="en-IN"/>
        </a:p>
      </dgm:t>
    </dgm:pt>
    <dgm:pt modelId="{00F9EFBB-F3D9-453D-AF89-29F54CF1087E}">
      <dgm:prSet/>
      <dgm:spPr/>
      <dgm:t>
        <a:bodyPr/>
        <a:lstStyle/>
        <a:p>
          <a:r>
            <a:rPr lang="en-GB" baseline="0" dirty="0" err="1">
              <a:solidFill>
                <a:schemeClr val="bg2">
                  <a:lumMod val="25000"/>
                </a:schemeClr>
              </a:solidFill>
            </a:rPr>
            <a:t>PhoneService</a:t>
          </a:r>
          <a:endParaRPr lang="en-IN" dirty="0">
            <a:solidFill>
              <a:schemeClr val="bg2">
                <a:lumMod val="25000"/>
              </a:schemeClr>
            </a:solidFill>
          </a:endParaRPr>
        </a:p>
      </dgm:t>
    </dgm:pt>
    <dgm:pt modelId="{2584D33A-31C0-4F32-B683-0BB2F6FB633A}" type="parTrans" cxnId="{72A45D93-5417-4659-9CFD-DDA58A6F5353}">
      <dgm:prSet/>
      <dgm:spPr/>
      <dgm:t>
        <a:bodyPr/>
        <a:lstStyle/>
        <a:p>
          <a:endParaRPr lang="en-IN"/>
        </a:p>
      </dgm:t>
    </dgm:pt>
    <dgm:pt modelId="{FB055BAF-8B6D-46CD-9531-EEDE886A5A06}" type="sibTrans" cxnId="{72A45D93-5417-4659-9CFD-DDA58A6F5353}">
      <dgm:prSet/>
      <dgm:spPr/>
      <dgm:t>
        <a:bodyPr/>
        <a:lstStyle/>
        <a:p>
          <a:endParaRPr lang="en-IN"/>
        </a:p>
      </dgm:t>
    </dgm:pt>
    <dgm:pt modelId="{119C7D29-4E91-4572-8D94-8F16A2550F19}">
      <dgm:prSet/>
      <dgm:spPr/>
      <dgm:t>
        <a:bodyPr/>
        <a:lstStyle/>
        <a:p>
          <a:r>
            <a:rPr lang="en-GB" baseline="0" dirty="0" err="1">
              <a:solidFill>
                <a:schemeClr val="bg2">
                  <a:lumMod val="25000"/>
                </a:schemeClr>
              </a:solidFill>
            </a:rPr>
            <a:t>MultipleLines</a:t>
          </a:r>
          <a:endParaRPr lang="en-IN" dirty="0">
            <a:solidFill>
              <a:schemeClr val="bg2">
                <a:lumMod val="25000"/>
              </a:schemeClr>
            </a:solidFill>
          </a:endParaRPr>
        </a:p>
      </dgm:t>
    </dgm:pt>
    <dgm:pt modelId="{1206FCA6-D6C2-4F80-8509-26D5B21B1074}" type="parTrans" cxnId="{CB5CBA0E-D5BA-4943-892D-7AB54DDDBFAF}">
      <dgm:prSet/>
      <dgm:spPr/>
      <dgm:t>
        <a:bodyPr/>
        <a:lstStyle/>
        <a:p>
          <a:endParaRPr lang="en-IN"/>
        </a:p>
      </dgm:t>
    </dgm:pt>
    <dgm:pt modelId="{37BC8C10-A68F-4F4D-BE2E-E0BF90D066CC}" type="sibTrans" cxnId="{CB5CBA0E-D5BA-4943-892D-7AB54DDDBFAF}">
      <dgm:prSet/>
      <dgm:spPr/>
      <dgm:t>
        <a:bodyPr/>
        <a:lstStyle/>
        <a:p>
          <a:endParaRPr lang="en-IN"/>
        </a:p>
      </dgm:t>
    </dgm:pt>
    <dgm:pt modelId="{8FCEE652-DE93-4C98-9A59-390C7BFA82F4}">
      <dgm:prSet/>
      <dgm:spPr/>
      <dgm:t>
        <a:bodyPr/>
        <a:lstStyle/>
        <a:p>
          <a:r>
            <a:rPr lang="en-GB" baseline="0" dirty="0" err="1">
              <a:solidFill>
                <a:schemeClr val="bg2">
                  <a:lumMod val="25000"/>
                </a:schemeClr>
              </a:solidFill>
            </a:rPr>
            <a:t>InternetService</a:t>
          </a:r>
          <a:endParaRPr lang="en-IN" dirty="0">
            <a:solidFill>
              <a:schemeClr val="bg2">
                <a:lumMod val="25000"/>
              </a:schemeClr>
            </a:solidFill>
          </a:endParaRPr>
        </a:p>
      </dgm:t>
    </dgm:pt>
    <dgm:pt modelId="{40943F49-5E63-4A94-82DF-A0975F69CFBA}" type="parTrans" cxnId="{4D80CBA5-F090-4318-A30B-536675189B8A}">
      <dgm:prSet/>
      <dgm:spPr/>
      <dgm:t>
        <a:bodyPr/>
        <a:lstStyle/>
        <a:p>
          <a:endParaRPr lang="en-IN"/>
        </a:p>
      </dgm:t>
    </dgm:pt>
    <dgm:pt modelId="{47CBAE67-6493-4C4F-AAD4-1603644E1C62}" type="sibTrans" cxnId="{4D80CBA5-F090-4318-A30B-536675189B8A}">
      <dgm:prSet/>
      <dgm:spPr/>
      <dgm:t>
        <a:bodyPr/>
        <a:lstStyle/>
        <a:p>
          <a:endParaRPr lang="en-IN"/>
        </a:p>
      </dgm:t>
    </dgm:pt>
    <dgm:pt modelId="{BC42270E-4738-4DB4-9C0F-1975E619A96F}">
      <dgm:prSet/>
      <dgm:spPr/>
      <dgm:t>
        <a:bodyPr/>
        <a:lstStyle/>
        <a:p>
          <a:r>
            <a:rPr lang="en-GB" b="1" u="sng" baseline="0" dirty="0">
              <a:latin typeface="Arial Black" panose="020B0A04020102020204" pitchFamily="34" charset="0"/>
            </a:rPr>
            <a:t>Insights</a:t>
          </a:r>
          <a:r>
            <a:rPr lang="en-GB" b="1" baseline="0" dirty="0"/>
            <a:t>:</a:t>
          </a:r>
          <a:endParaRPr lang="en-IN" dirty="0"/>
        </a:p>
      </dgm:t>
    </dgm:pt>
    <dgm:pt modelId="{C98A899E-BD9C-4044-B010-18E93CC0C4E4}" type="parTrans" cxnId="{9F14AA50-E6C1-4B1F-93DA-34968322871A}">
      <dgm:prSet/>
      <dgm:spPr/>
      <dgm:t>
        <a:bodyPr/>
        <a:lstStyle/>
        <a:p>
          <a:endParaRPr lang="en-IN"/>
        </a:p>
      </dgm:t>
    </dgm:pt>
    <dgm:pt modelId="{4591E81A-504F-4096-B87A-626E8EAA46E4}" type="sibTrans" cxnId="{9F14AA50-E6C1-4B1F-93DA-34968322871A}">
      <dgm:prSet/>
      <dgm:spPr/>
      <dgm:t>
        <a:bodyPr/>
        <a:lstStyle/>
        <a:p>
          <a:endParaRPr lang="en-IN"/>
        </a:p>
      </dgm:t>
    </dgm:pt>
    <dgm:pt modelId="{2A4D0139-CF01-45C6-B507-02CAAF4F6BD5}">
      <dgm:prSet/>
      <dgm:spPr/>
      <dgm:t>
        <a:bodyPr/>
        <a:lstStyle/>
        <a:p>
          <a:r>
            <a:rPr lang="en-GB" baseline="0" dirty="0">
              <a:solidFill>
                <a:schemeClr val="bg2">
                  <a:lumMod val="25000"/>
                </a:schemeClr>
              </a:solidFill>
            </a:rPr>
            <a:t>Most customers use phone and internet services</a:t>
          </a:r>
          <a:endParaRPr lang="en-IN" dirty="0">
            <a:solidFill>
              <a:schemeClr val="bg2">
                <a:lumMod val="25000"/>
              </a:schemeClr>
            </a:solidFill>
          </a:endParaRPr>
        </a:p>
      </dgm:t>
    </dgm:pt>
    <dgm:pt modelId="{59146BFF-F6E2-4B6D-A65D-81512F68909C}" type="parTrans" cxnId="{749E2D63-49F4-42AE-9077-4E6E6B38AA7C}">
      <dgm:prSet/>
      <dgm:spPr/>
      <dgm:t>
        <a:bodyPr/>
        <a:lstStyle/>
        <a:p>
          <a:endParaRPr lang="en-IN"/>
        </a:p>
      </dgm:t>
    </dgm:pt>
    <dgm:pt modelId="{4694953F-6D4D-452D-ABB9-E382EDF25384}" type="sibTrans" cxnId="{749E2D63-49F4-42AE-9077-4E6E6B38AA7C}">
      <dgm:prSet/>
      <dgm:spPr/>
      <dgm:t>
        <a:bodyPr/>
        <a:lstStyle/>
        <a:p>
          <a:endParaRPr lang="en-IN"/>
        </a:p>
      </dgm:t>
    </dgm:pt>
    <dgm:pt modelId="{8088B4D6-8C4D-48D0-8502-81B1C7B479EA}">
      <dgm:prSet/>
      <dgm:spPr/>
    </dgm:pt>
    <dgm:pt modelId="{1FDF15C4-B486-49F2-829B-5927B9AE121C}" type="parTrans" cxnId="{4964699C-BF8A-457D-B86F-8E0C6854F5AE}">
      <dgm:prSet/>
      <dgm:spPr/>
      <dgm:t>
        <a:bodyPr/>
        <a:lstStyle/>
        <a:p>
          <a:endParaRPr lang="en-IN"/>
        </a:p>
      </dgm:t>
    </dgm:pt>
    <dgm:pt modelId="{783F4676-45C4-490A-814F-F005E71B0773}" type="sibTrans" cxnId="{4964699C-BF8A-457D-B86F-8E0C6854F5AE}">
      <dgm:prSet/>
      <dgm:spPr/>
      <dgm:t>
        <a:bodyPr/>
        <a:lstStyle/>
        <a:p>
          <a:endParaRPr lang="en-IN"/>
        </a:p>
      </dgm:t>
    </dgm:pt>
    <dgm:pt modelId="{EBF0750F-CF43-4AFE-A9F5-41811B111786}" type="pres">
      <dgm:prSet presAssocID="{D96589ED-9A4A-4939-95E0-3482BC825AC1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2DFD71EF-B4A5-4808-B686-0A1C1436DA04}" type="pres">
      <dgm:prSet presAssocID="{B6722E60-7FC2-47F2-9505-E8153FFAA909}" presName="circle1" presStyleLbl="node1" presStyleIdx="0" presStyleCnt="7"/>
      <dgm:spPr/>
    </dgm:pt>
    <dgm:pt modelId="{9CEF3493-2B2F-4B49-9233-7233C12197C6}" type="pres">
      <dgm:prSet presAssocID="{B6722E60-7FC2-47F2-9505-E8153FFAA909}" presName="space" presStyleCnt="0"/>
      <dgm:spPr/>
    </dgm:pt>
    <dgm:pt modelId="{2EFDB5B3-3DBF-47AE-8772-42D1D1C638B5}" type="pres">
      <dgm:prSet presAssocID="{B6722E60-7FC2-47F2-9505-E8153FFAA909}" presName="rect1" presStyleLbl="alignAcc1" presStyleIdx="0" presStyleCnt="7"/>
      <dgm:spPr/>
    </dgm:pt>
    <dgm:pt modelId="{CFEB9442-E8D2-4052-B84B-B7122BD814DB}" type="pres">
      <dgm:prSet presAssocID="{D6AC38F0-55EE-43DD-A7CB-30B2344826A1}" presName="vertSpace2" presStyleLbl="node1" presStyleIdx="0" presStyleCnt="7"/>
      <dgm:spPr/>
    </dgm:pt>
    <dgm:pt modelId="{BBBFD495-B2C7-445A-A5EA-DBD9287C803B}" type="pres">
      <dgm:prSet presAssocID="{D6AC38F0-55EE-43DD-A7CB-30B2344826A1}" presName="circle2" presStyleLbl="node1" presStyleIdx="1" presStyleCnt="7"/>
      <dgm:spPr/>
    </dgm:pt>
    <dgm:pt modelId="{A0CFF7C8-A233-4778-8633-0DE928849126}" type="pres">
      <dgm:prSet presAssocID="{D6AC38F0-55EE-43DD-A7CB-30B2344826A1}" presName="rect2" presStyleLbl="alignAcc1" presStyleIdx="1" presStyleCnt="7"/>
      <dgm:spPr/>
    </dgm:pt>
    <dgm:pt modelId="{4D9EA35B-9D4E-4DE8-8860-E826A0ED83A9}" type="pres">
      <dgm:prSet presAssocID="{00F9EFBB-F3D9-453D-AF89-29F54CF1087E}" presName="vertSpace3" presStyleLbl="node1" presStyleIdx="1" presStyleCnt="7"/>
      <dgm:spPr/>
    </dgm:pt>
    <dgm:pt modelId="{F9095EEE-8CC9-4895-BFA6-CD007B67671C}" type="pres">
      <dgm:prSet presAssocID="{00F9EFBB-F3D9-453D-AF89-29F54CF1087E}" presName="circle3" presStyleLbl="node1" presStyleIdx="2" presStyleCnt="7"/>
      <dgm:spPr/>
    </dgm:pt>
    <dgm:pt modelId="{6A4AA82A-3653-40EC-A569-06E9D4E9011D}" type="pres">
      <dgm:prSet presAssocID="{00F9EFBB-F3D9-453D-AF89-29F54CF1087E}" presName="rect3" presStyleLbl="alignAcc1" presStyleIdx="2" presStyleCnt="7"/>
      <dgm:spPr/>
    </dgm:pt>
    <dgm:pt modelId="{359C01B9-0951-4567-A6B6-317D0B5125F4}" type="pres">
      <dgm:prSet presAssocID="{119C7D29-4E91-4572-8D94-8F16A2550F19}" presName="vertSpace4" presStyleLbl="node1" presStyleIdx="2" presStyleCnt="7"/>
      <dgm:spPr/>
    </dgm:pt>
    <dgm:pt modelId="{9228829A-C9F4-4038-9506-096107AB8EF1}" type="pres">
      <dgm:prSet presAssocID="{119C7D29-4E91-4572-8D94-8F16A2550F19}" presName="circle4" presStyleLbl="node1" presStyleIdx="3" presStyleCnt="7"/>
      <dgm:spPr/>
    </dgm:pt>
    <dgm:pt modelId="{3DC79C32-3CCA-4FB3-8678-44000E078DD3}" type="pres">
      <dgm:prSet presAssocID="{119C7D29-4E91-4572-8D94-8F16A2550F19}" presName="rect4" presStyleLbl="alignAcc1" presStyleIdx="3" presStyleCnt="7"/>
      <dgm:spPr/>
    </dgm:pt>
    <dgm:pt modelId="{E8A54FCE-2D5A-4C82-885E-9477869F1E04}" type="pres">
      <dgm:prSet presAssocID="{8FCEE652-DE93-4C98-9A59-390C7BFA82F4}" presName="vertSpace5" presStyleLbl="node1" presStyleIdx="3" presStyleCnt="7"/>
      <dgm:spPr/>
    </dgm:pt>
    <dgm:pt modelId="{52128F0B-9AB8-4D51-9A47-D76C5F0B5C44}" type="pres">
      <dgm:prSet presAssocID="{8FCEE652-DE93-4C98-9A59-390C7BFA82F4}" presName="circle5" presStyleLbl="node1" presStyleIdx="4" presStyleCnt="7"/>
      <dgm:spPr/>
    </dgm:pt>
    <dgm:pt modelId="{AD41FC8F-1048-4D91-8FF5-D60A0BE8D5D9}" type="pres">
      <dgm:prSet presAssocID="{8FCEE652-DE93-4C98-9A59-390C7BFA82F4}" presName="rect5" presStyleLbl="alignAcc1" presStyleIdx="4" presStyleCnt="7"/>
      <dgm:spPr/>
    </dgm:pt>
    <dgm:pt modelId="{7D62ACCB-6947-4721-9107-52F4B7D9AD61}" type="pres">
      <dgm:prSet presAssocID="{BC42270E-4738-4DB4-9C0F-1975E619A96F}" presName="vertSpace6" presStyleLbl="node1" presStyleIdx="4" presStyleCnt="7"/>
      <dgm:spPr/>
    </dgm:pt>
    <dgm:pt modelId="{A0291EE0-D224-473C-94F4-6ECAD58D210B}" type="pres">
      <dgm:prSet presAssocID="{BC42270E-4738-4DB4-9C0F-1975E619A96F}" presName="circle6" presStyleLbl="node1" presStyleIdx="5" presStyleCnt="7"/>
      <dgm:spPr/>
    </dgm:pt>
    <dgm:pt modelId="{4FB43AF2-E7B4-42C6-9F8A-089CD95013BD}" type="pres">
      <dgm:prSet presAssocID="{BC42270E-4738-4DB4-9C0F-1975E619A96F}" presName="rect6" presStyleLbl="alignAcc1" presStyleIdx="5" presStyleCnt="7" custLinFactNeighborX="904" custLinFactNeighborY="1779"/>
      <dgm:spPr/>
    </dgm:pt>
    <dgm:pt modelId="{A12E9BF0-24CE-4869-B386-4C90F4DDB765}" type="pres">
      <dgm:prSet presAssocID="{2A4D0139-CF01-45C6-B507-02CAAF4F6BD5}" presName="vertSpace7" presStyleLbl="node1" presStyleIdx="5" presStyleCnt="7"/>
      <dgm:spPr/>
    </dgm:pt>
    <dgm:pt modelId="{664F412D-9B57-4651-B1A7-5B97C07CFDFD}" type="pres">
      <dgm:prSet presAssocID="{2A4D0139-CF01-45C6-B507-02CAAF4F6BD5}" presName="circle7" presStyleLbl="node1" presStyleIdx="6" presStyleCnt="7"/>
      <dgm:spPr/>
    </dgm:pt>
    <dgm:pt modelId="{A6700205-DF3F-4AC4-9543-44018EEF4363}" type="pres">
      <dgm:prSet presAssocID="{2A4D0139-CF01-45C6-B507-02CAAF4F6BD5}" presName="rect7" presStyleLbl="alignAcc1" presStyleIdx="6" presStyleCnt="7"/>
      <dgm:spPr/>
    </dgm:pt>
    <dgm:pt modelId="{558CC3F2-9F5E-45D7-8B54-8ABFE7A251BC}" type="pres">
      <dgm:prSet presAssocID="{B6722E60-7FC2-47F2-9505-E8153FFAA909}" presName="rect1ParTxNoCh" presStyleLbl="alignAcc1" presStyleIdx="6" presStyleCnt="7">
        <dgm:presLayoutVars>
          <dgm:chMax val="1"/>
          <dgm:bulletEnabled val="1"/>
        </dgm:presLayoutVars>
      </dgm:prSet>
      <dgm:spPr/>
    </dgm:pt>
    <dgm:pt modelId="{782D6469-0B94-47F6-B2F8-351F497E8EF5}" type="pres">
      <dgm:prSet presAssocID="{D6AC38F0-55EE-43DD-A7CB-30B2344826A1}" presName="rect2ParTxNoCh" presStyleLbl="alignAcc1" presStyleIdx="6" presStyleCnt="7">
        <dgm:presLayoutVars>
          <dgm:chMax val="1"/>
          <dgm:bulletEnabled val="1"/>
        </dgm:presLayoutVars>
      </dgm:prSet>
      <dgm:spPr/>
    </dgm:pt>
    <dgm:pt modelId="{47328238-FD33-4908-B80E-655130AA68A4}" type="pres">
      <dgm:prSet presAssocID="{00F9EFBB-F3D9-453D-AF89-29F54CF1087E}" presName="rect3ParTxNoCh" presStyleLbl="alignAcc1" presStyleIdx="6" presStyleCnt="7">
        <dgm:presLayoutVars>
          <dgm:chMax val="1"/>
          <dgm:bulletEnabled val="1"/>
        </dgm:presLayoutVars>
      </dgm:prSet>
      <dgm:spPr/>
    </dgm:pt>
    <dgm:pt modelId="{D18B679F-8F4A-478E-9CF6-5019176D3552}" type="pres">
      <dgm:prSet presAssocID="{119C7D29-4E91-4572-8D94-8F16A2550F19}" presName="rect4ParTxNoCh" presStyleLbl="alignAcc1" presStyleIdx="6" presStyleCnt="7">
        <dgm:presLayoutVars>
          <dgm:chMax val="1"/>
          <dgm:bulletEnabled val="1"/>
        </dgm:presLayoutVars>
      </dgm:prSet>
      <dgm:spPr/>
    </dgm:pt>
    <dgm:pt modelId="{175F2334-46B7-4DC4-B0E2-2A322AC6E441}" type="pres">
      <dgm:prSet presAssocID="{8FCEE652-DE93-4C98-9A59-390C7BFA82F4}" presName="rect5ParTxNoCh" presStyleLbl="alignAcc1" presStyleIdx="6" presStyleCnt="7">
        <dgm:presLayoutVars>
          <dgm:chMax val="1"/>
          <dgm:bulletEnabled val="1"/>
        </dgm:presLayoutVars>
      </dgm:prSet>
      <dgm:spPr/>
    </dgm:pt>
    <dgm:pt modelId="{34F45BD2-98FD-4AC3-9359-3C47C41A6681}" type="pres">
      <dgm:prSet presAssocID="{BC42270E-4738-4DB4-9C0F-1975E619A96F}" presName="rect6ParTxNoCh" presStyleLbl="alignAcc1" presStyleIdx="6" presStyleCnt="7">
        <dgm:presLayoutVars>
          <dgm:chMax val="1"/>
          <dgm:bulletEnabled val="1"/>
        </dgm:presLayoutVars>
      </dgm:prSet>
      <dgm:spPr/>
    </dgm:pt>
    <dgm:pt modelId="{1772FD44-5F65-49F5-9D8B-126BFF88C43A}" type="pres">
      <dgm:prSet presAssocID="{2A4D0139-CF01-45C6-B507-02CAAF4F6BD5}" presName="rect7ParTxNoCh" presStyleLbl="alignAcc1" presStyleIdx="6" presStyleCnt="7">
        <dgm:presLayoutVars>
          <dgm:chMax val="1"/>
          <dgm:bulletEnabled val="1"/>
        </dgm:presLayoutVars>
      </dgm:prSet>
      <dgm:spPr/>
    </dgm:pt>
  </dgm:ptLst>
  <dgm:cxnLst>
    <dgm:cxn modelId="{5D382A01-E495-4D35-A8C1-1895188E6EB6}" type="presOf" srcId="{D96589ED-9A4A-4939-95E0-3482BC825AC1}" destId="{EBF0750F-CF43-4AFE-A9F5-41811B111786}" srcOrd="0" destOrd="0" presId="urn:microsoft.com/office/officeart/2005/8/layout/target3"/>
    <dgm:cxn modelId="{434EC70D-7B1C-4409-B775-113705234C8E}" type="presOf" srcId="{8FCEE652-DE93-4C98-9A59-390C7BFA82F4}" destId="{175F2334-46B7-4DC4-B0E2-2A322AC6E441}" srcOrd="1" destOrd="0" presId="urn:microsoft.com/office/officeart/2005/8/layout/target3"/>
    <dgm:cxn modelId="{CB5CBA0E-D5BA-4943-892D-7AB54DDDBFAF}" srcId="{D96589ED-9A4A-4939-95E0-3482BC825AC1}" destId="{119C7D29-4E91-4572-8D94-8F16A2550F19}" srcOrd="3" destOrd="0" parTransId="{1206FCA6-D6C2-4F80-8509-26D5B21B1074}" sibTransId="{37BC8C10-A68F-4F4D-BE2E-E0BF90D066CC}"/>
    <dgm:cxn modelId="{9E3FC621-DBFC-4B10-93E0-79AFD8C50BDB}" type="presOf" srcId="{2A4D0139-CF01-45C6-B507-02CAAF4F6BD5}" destId="{1772FD44-5F65-49F5-9D8B-126BFF88C43A}" srcOrd="1" destOrd="0" presId="urn:microsoft.com/office/officeart/2005/8/layout/target3"/>
    <dgm:cxn modelId="{736BB925-4338-439F-9BAB-D59E1F66490E}" type="presOf" srcId="{2A4D0139-CF01-45C6-B507-02CAAF4F6BD5}" destId="{A6700205-DF3F-4AC4-9543-44018EEF4363}" srcOrd="0" destOrd="0" presId="urn:microsoft.com/office/officeart/2005/8/layout/target3"/>
    <dgm:cxn modelId="{6349EC26-6B6D-4A5F-B043-44885E24A58B}" type="presOf" srcId="{119C7D29-4E91-4572-8D94-8F16A2550F19}" destId="{D18B679F-8F4A-478E-9CF6-5019176D3552}" srcOrd="1" destOrd="0" presId="urn:microsoft.com/office/officeart/2005/8/layout/target3"/>
    <dgm:cxn modelId="{25885A5D-20AE-4EBD-8165-C499282144EB}" type="presOf" srcId="{B6722E60-7FC2-47F2-9505-E8153FFAA909}" destId="{558CC3F2-9F5E-45D7-8B54-8ABFE7A251BC}" srcOrd="1" destOrd="0" presId="urn:microsoft.com/office/officeart/2005/8/layout/target3"/>
    <dgm:cxn modelId="{749E2D63-49F4-42AE-9077-4E6E6B38AA7C}" srcId="{D96589ED-9A4A-4939-95E0-3482BC825AC1}" destId="{2A4D0139-CF01-45C6-B507-02CAAF4F6BD5}" srcOrd="6" destOrd="0" parTransId="{59146BFF-F6E2-4B6D-A65D-81512F68909C}" sibTransId="{4694953F-6D4D-452D-ABB9-E382EDF25384}"/>
    <dgm:cxn modelId="{47E48650-1865-4A47-BDDE-C4365D3F8313}" srcId="{D96589ED-9A4A-4939-95E0-3482BC825AC1}" destId="{D6AC38F0-55EE-43DD-A7CB-30B2344826A1}" srcOrd="1" destOrd="0" parTransId="{6CB551C6-856C-4069-9568-935117E5E496}" sibTransId="{7F753383-9327-48DA-9A6C-00BB510C06E0}"/>
    <dgm:cxn modelId="{9F14AA50-E6C1-4B1F-93DA-34968322871A}" srcId="{D96589ED-9A4A-4939-95E0-3482BC825AC1}" destId="{BC42270E-4738-4DB4-9C0F-1975E619A96F}" srcOrd="5" destOrd="0" parTransId="{C98A899E-BD9C-4044-B010-18E93CC0C4E4}" sibTransId="{4591E81A-504F-4096-B87A-626E8EAA46E4}"/>
    <dgm:cxn modelId="{0B6ECE59-DD29-46EB-A941-A70C2228AC3C}" type="presOf" srcId="{00F9EFBB-F3D9-453D-AF89-29F54CF1087E}" destId="{6A4AA82A-3653-40EC-A569-06E9D4E9011D}" srcOrd="0" destOrd="0" presId="urn:microsoft.com/office/officeart/2005/8/layout/target3"/>
    <dgm:cxn modelId="{C88C4A7A-649C-45FE-B4E0-B1AE54C1F6E3}" type="presOf" srcId="{BC42270E-4738-4DB4-9C0F-1975E619A96F}" destId="{34F45BD2-98FD-4AC3-9359-3C47C41A6681}" srcOrd="1" destOrd="0" presId="urn:microsoft.com/office/officeart/2005/8/layout/target3"/>
    <dgm:cxn modelId="{4C6E178A-D7B1-471C-8F2E-756BE4BF4336}" srcId="{D96589ED-9A4A-4939-95E0-3482BC825AC1}" destId="{B6722E60-7FC2-47F2-9505-E8153FFAA909}" srcOrd="0" destOrd="0" parTransId="{BF1488BB-7CBA-42D9-A4DA-07979C8B014D}" sibTransId="{2562D475-9F02-48C3-9602-5343AA68D000}"/>
    <dgm:cxn modelId="{299B688B-F519-47B9-B031-F15E6982C3F8}" type="presOf" srcId="{B6722E60-7FC2-47F2-9505-E8153FFAA909}" destId="{2EFDB5B3-3DBF-47AE-8772-42D1D1C638B5}" srcOrd="0" destOrd="0" presId="urn:microsoft.com/office/officeart/2005/8/layout/target3"/>
    <dgm:cxn modelId="{72A45D93-5417-4659-9CFD-DDA58A6F5353}" srcId="{D96589ED-9A4A-4939-95E0-3482BC825AC1}" destId="{00F9EFBB-F3D9-453D-AF89-29F54CF1087E}" srcOrd="2" destOrd="0" parTransId="{2584D33A-31C0-4F32-B683-0BB2F6FB633A}" sibTransId="{FB055BAF-8B6D-46CD-9531-EEDE886A5A06}"/>
    <dgm:cxn modelId="{4964699C-BF8A-457D-B86F-8E0C6854F5AE}" srcId="{D96589ED-9A4A-4939-95E0-3482BC825AC1}" destId="{8088B4D6-8C4D-48D0-8502-81B1C7B479EA}" srcOrd="7" destOrd="0" parTransId="{1FDF15C4-B486-49F2-829B-5927B9AE121C}" sibTransId="{783F4676-45C4-490A-814F-F005E71B0773}"/>
    <dgm:cxn modelId="{84CF8B9D-6D16-443E-A22B-D2F97B62904A}" type="presOf" srcId="{D6AC38F0-55EE-43DD-A7CB-30B2344826A1}" destId="{A0CFF7C8-A233-4778-8633-0DE928849126}" srcOrd="0" destOrd="0" presId="urn:microsoft.com/office/officeart/2005/8/layout/target3"/>
    <dgm:cxn modelId="{CE27A5A4-0243-411A-B624-F9CD1A49D8C7}" type="presOf" srcId="{BC42270E-4738-4DB4-9C0F-1975E619A96F}" destId="{4FB43AF2-E7B4-42C6-9F8A-089CD95013BD}" srcOrd="0" destOrd="0" presId="urn:microsoft.com/office/officeart/2005/8/layout/target3"/>
    <dgm:cxn modelId="{4D80CBA5-F090-4318-A30B-536675189B8A}" srcId="{D96589ED-9A4A-4939-95E0-3482BC825AC1}" destId="{8FCEE652-DE93-4C98-9A59-390C7BFA82F4}" srcOrd="4" destOrd="0" parTransId="{40943F49-5E63-4A94-82DF-A0975F69CFBA}" sibTransId="{47CBAE67-6493-4C4F-AAD4-1603644E1C62}"/>
    <dgm:cxn modelId="{C27FAFC0-5220-4F1B-8C59-F25B9F7D6BD3}" type="presOf" srcId="{119C7D29-4E91-4572-8D94-8F16A2550F19}" destId="{3DC79C32-3CCA-4FB3-8678-44000E078DD3}" srcOrd="0" destOrd="0" presId="urn:microsoft.com/office/officeart/2005/8/layout/target3"/>
    <dgm:cxn modelId="{48A18DC3-F732-459D-97DE-84C08C9299BC}" type="presOf" srcId="{D6AC38F0-55EE-43DD-A7CB-30B2344826A1}" destId="{782D6469-0B94-47F6-B2F8-351F497E8EF5}" srcOrd="1" destOrd="0" presId="urn:microsoft.com/office/officeart/2005/8/layout/target3"/>
    <dgm:cxn modelId="{7A8CF4CC-F1E3-4BAA-AA5D-A5725F7DAF6B}" type="presOf" srcId="{8FCEE652-DE93-4C98-9A59-390C7BFA82F4}" destId="{AD41FC8F-1048-4D91-8FF5-D60A0BE8D5D9}" srcOrd="0" destOrd="0" presId="urn:microsoft.com/office/officeart/2005/8/layout/target3"/>
    <dgm:cxn modelId="{B2E503EF-FEF0-4375-8810-D9FA72986A9D}" type="presOf" srcId="{00F9EFBB-F3D9-453D-AF89-29F54CF1087E}" destId="{47328238-FD33-4908-B80E-655130AA68A4}" srcOrd="1" destOrd="0" presId="urn:microsoft.com/office/officeart/2005/8/layout/target3"/>
    <dgm:cxn modelId="{49211E36-D3F3-4740-9E1C-EDF29E0628F4}" type="presParOf" srcId="{EBF0750F-CF43-4AFE-A9F5-41811B111786}" destId="{2DFD71EF-B4A5-4808-B686-0A1C1436DA04}" srcOrd="0" destOrd="0" presId="urn:microsoft.com/office/officeart/2005/8/layout/target3"/>
    <dgm:cxn modelId="{26FF06EB-C800-4F5F-A667-7F7FFF336919}" type="presParOf" srcId="{EBF0750F-CF43-4AFE-A9F5-41811B111786}" destId="{9CEF3493-2B2F-4B49-9233-7233C12197C6}" srcOrd="1" destOrd="0" presId="urn:microsoft.com/office/officeart/2005/8/layout/target3"/>
    <dgm:cxn modelId="{DD4A21A4-2094-4ADB-A3FE-721AEED2A704}" type="presParOf" srcId="{EBF0750F-CF43-4AFE-A9F5-41811B111786}" destId="{2EFDB5B3-3DBF-47AE-8772-42D1D1C638B5}" srcOrd="2" destOrd="0" presId="urn:microsoft.com/office/officeart/2005/8/layout/target3"/>
    <dgm:cxn modelId="{DCC7DBA2-E9DF-4E39-B241-07A81C2C2DD8}" type="presParOf" srcId="{EBF0750F-CF43-4AFE-A9F5-41811B111786}" destId="{CFEB9442-E8D2-4052-B84B-B7122BD814DB}" srcOrd="3" destOrd="0" presId="urn:microsoft.com/office/officeart/2005/8/layout/target3"/>
    <dgm:cxn modelId="{63425BBB-5D88-4C7B-B763-BC32A3AA0EEB}" type="presParOf" srcId="{EBF0750F-CF43-4AFE-A9F5-41811B111786}" destId="{BBBFD495-B2C7-445A-A5EA-DBD9287C803B}" srcOrd="4" destOrd="0" presId="urn:microsoft.com/office/officeart/2005/8/layout/target3"/>
    <dgm:cxn modelId="{1EE0D749-5F7D-4434-BB88-7928E1E6AD77}" type="presParOf" srcId="{EBF0750F-CF43-4AFE-A9F5-41811B111786}" destId="{A0CFF7C8-A233-4778-8633-0DE928849126}" srcOrd="5" destOrd="0" presId="urn:microsoft.com/office/officeart/2005/8/layout/target3"/>
    <dgm:cxn modelId="{0F3EF438-0DDD-4C8F-8571-87D1AE25DA1F}" type="presParOf" srcId="{EBF0750F-CF43-4AFE-A9F5-41811B111786}" destId="{4D9EA35B-9D4E-4DE8-8860-E826A0ED83A9}" srcOrd="6" destOrd="0" presId="urn:microsoft.com/office/officeart/2005/8/layout/target3"/>
    <dgm:cxn modelId="{D10F20A4-DCEB-4295-ADB1-B2335A86791C}" type="presParOf" srcId="{EBF0750F-CF43-4AFE-A9F5-41811B111786}" destId="{F9095EEE-8CC9-4895-BFA6-CD007B67671C}" srcOrd="7" destOrd="0" presId="urn:microsoft.com/office/officeart/2005/8/layout/target3"/>
    <dgm:cxn modelId="{713CCB23-767F-47F0-A637-C062E1D91A2B}" type="presParOf" srcId="{EBF0750F-CF43-4AFE-A9F5-41811B111786}" destId="{6A4AA82A-3653-40EC-A569-06E9D4E9011D}" srcOrd="8" destOrd="0" presId="urn:microsoft.com/office/officeart/2005/8/layout/target3"/>
    <dgm:cxn modelId="{AA4B2E44-6570-4349-81A9-F21302029790}" type="presParOf" srcId="{EBF0750F-CF43-4AFE-A9F5-41811B111786}" destId="{359C01B9-0951-4567-A6B6-317D0B5125F4}" srcOrd="9" destOrd="0" presId="urn:microsoft.com/office/officeart/2005/8/layout/target3"/>
    <dgm:cxn modelId="{BC3C35AF-A472-42F5-976D-50ECBE2BDDDA}" type="presParOf" srcId="{EBF0750F-CF43-4AFE-A9F5-41811B111786}" destId="{9228829A-C9F4-4038-9506-096107AB8EF1}" srcOrd="10" destOrd="0" presId="urn:microsoft.com/office/officeart/2005/8/layout/target3"/>
    <dgm:cxn modelId="{9A8B443B-EAD6-491E-BD10-43EF2497B1AD}" type="presParOf" srcId="{EBF0750F-CF43-4AFE-A9F5-41811B111786}" destId="{3DC79C32-3CCA-4FB3-8678-44000E078DD3}" srcOrd="11" destOrd="0" presId="urn:microsoft.com/office/officeart/2005/8/layout/target3"/>
    <dgm:cxn modelId="{62AF1CE5-EE8B-4BA6-BACF-5B3249BEF683}" type="presParOf" srcId="{EBF0750F-CF43-4AFE-A9F5-41811B111786}" destId="{E8A54FCE-2D5A-4C82-885E-9477869F1E04}" srcOrd="12" destOrd="0" presId="urn:microsoft.com/office/officeart/2005/8/layout/target3"/>
    <dgm:cxn modelId="{793319DB-086F-44A6-B7D4-2FA1BDEC2B0F}" type="presParOf" srcId="{EBF0750F-CF43-4AFE-A9F5-41811B111786}" destId="{52128F0B-9AB8-4D51-9A47-D76C5F0B5C44}" srcOrd="13" destOrd="0" presId="urn:microsoft.com/office/officeart/2005/8/layout/target3"/>
    <dgm:cxn modelId="{1933753D-F4DB-44C8-B731-C761F4934AB8}" type="presParOf" srcId="{EBF0750F-CF43-4AFE-A9F5-41811B111786}" destId="{AD41FC8F-1048-4D91-8FF5-D60A0BE8D5D9}" srcOrd="14" destOrd="0" presId="urn:microsoft.com/office/officeart/2005/8/layout/target3"/>
    <dgm:cxn modelId="{B65B98E0-7E8B-4BBA-A9ED-9DFBB315924F}" type="presParOf" srcId="{EBF0750F-CF43-4AFE-A9F5-41811B111786}" destId="{7D62ACCB-6947-4721-9107-52F4B7D9AD61}" srcOrd="15" destOrd="0" presId="urn:microsoft.com/office/officeart/2005/8/layout/target3"/>
    <dgm:cxn modelId="{82E52823-6DB9-481D-9569-AE4EF006AC2D}" type="presParOf" srcId="{EBF0750F-CF43-4AFE-A9F5-41811B111786}" destId="{A0291EE0-D224-473C-94F4-6ECAD58D210B}" srcOrd="16" destOrd="0" presId="urn:microsoft.com/office/officeart/2005/8/layout/target3"/>
    <dgm:cxn modelId="{10E24A2E-974D-40D7-9AA0-D73226415E44}" type="presParOf" srcId="{EBF0750F-CF43-4AFE-A9F5-41811B111786}" destId="{4FB43AF2-E7B4-42C6-9F8A-089CD95013BD}" srcOrd="17" destOrd="0" presId="urn:microsoft.com/office/officeart/2005/8/layout/target3"/>
    <dgm:cxn modelId="{33997CE8-0804-4F8C-AB4E-8E8C6C830B78}" type="presParOf" srcId="{EBF0750F-CF43-4AFE-A9F5-41811B111786}" destId="{A12E9BF0-24CE-4869-B386-4C90F4DDB765}" srcOrd="18" destOrd="0" presId="urn:microsoft.com/office/officeart/2005/8/layout/target3"/>
    <dgm:cxn modelId="{5A0B3F94-4510-4311-8B91-8516A9BF8218}" type="presParOf" srcId="{EBF0750F-CF43-4AFE-A9F5-41811B111786}" destId="{664F412D-9B57-4651-B1A7-5B97C07CFDFD}" srcOrd="19" destOrd="0" presId="urn:microsoft.com/office/officeart/2005/8/layout/target3"/>
    <dgm:cxn modelId="{17AAD8B0-2780-43B3-872F-EF1D55BA6E35}" type="presParOf" srcId="{EBF0750F-CF43-4AFE-A9F5-41811B111786}" destId="{A6700205-DF3F-4AC4-9543-44018EEF4363}" srcOrd="20" destOrd="0" presId="urn:microsoft.com/office/officeart/2005/8/layout/target3"/>
    <dgm:cxn modelId="{DD2712AC-CE99-4976-8043-2FC1EB595055}" type="presParOf" srcId="{EBF0750F-CF43-4AFE-A9F5-41811B111786}" destId="{558CC3F2-9F5E-45D7-8B54-8ABFE7A251BC}" srcOrd="21" destOrd="0" presId="urn:microsoft.com/office/officeart/2005/8/layout/target3"/>
    <dgm:cxn modelId="{C9039D23-FBC9-4302-BBCC-0EDADFCA4E30}" type="presParOf" srcId="{EBF0750F-CF43-4AFE-A9F5-41811B111786}" destId="{782D6469-0B94-47F6-B2F8-351F497E8EF5}" srcOrd="22" destOrd="0" presId="urn:microsoft.com/office/officeart/2005/8/layout/target3"/>
    <dgm:cxn modelId="{FAA60D89-1E20-49DE-8DBD-F1603AB281AE}" type="presParOf" srcId="{EBF0750F-CF43-4AFE-A9F5-41811B111786}" destId="{47328238-FD33-4908-B80E-655130AA68A4}" srcOrd="23" destOrd="0" presId="urn:microsoft.com/office/officeart/2005/8/layout/target3"/>
    <dgm:cxn modelId="{DA2EDC05-3F72-48DD-9679-CE682B603381}" type="presParOf" srcId="{EBF0750F-CF43-4AFE-A9F5-41811B111786}" destId="{D18B679F-8F4A-478E-9CF6-5019176D3552}" srcOrd="24" destOrd="0" presId="urn:microsoft.com/office/officeart/2005/8/layout/target3"/>
    <dgm:cxn modelId="{92E610FA-9B10-4930-9028-20034F84CAAF}" type="presParOf" srcId="{EBF0750F-CF43-4AFE-A9F5-41811B111786}" destId="{175F2334-46B7-4DC4-B0E2-2A322AC6E441}" srcOrd="25" destOrd="0" presId="urn:microsoft.com/office/officeart/2005/8/layout/target3"/>
    <dgm:cxn modelId="{93113B16-E466-417F-AE6E-E2E5B7FA6E69}" type="presParOf" srcId="{EBF0750F-CF43-4AFE-A9F5-41811B111786}" destId="{34F45BD2-98FD-4AC3-9359-3C47C41A6681}" srcOrd="26" destOrd="0" presId="urn:microsoft.com/office/officeart/2005/8/layout/target3"/>
    <dgm:cxn modelId="{FAF3E2AB-4CFE-4AFA-ACDA-3FD0A946AEF1}" type="presParOf" srcId="{EBF0750F-CF43-4AFE-A9F5-41811B111786}" destId="{1772FD44-5F65-49F5-9D8B-126BFF88C43A}" srcOrd="27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DF61248-8E03-4E20-BA5A-1916AF89F94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7FC933D-4A14-435D-A1ED-C9035559CCF4}">
      <dgm:prSet/>
      <dgm:spPr/>
      <dgm:t>
        <a:bodyPr/>
        <a:lstStyle/>
        <a:p>
          <a:r>
            <a:rPr lang="en-GB" b="1" baseline="0"/>
            <a:t>Security &amp; Support Services</a:t>
          </a:r>
          <a:endParaRPr lang="en-IN"/>
        </a:p>
      </dgm:t>
    </dgm:pt>
    <dgm:pt modelId="{BE2BB5D7-0880-4665-B9B6-984F6A9CC083}" type="parTrans" cxnId="{2E836EDA-A03A-4302-97BF-3CB6503C0CEA}">
      <dgm:prSet/>
      <dgm:spPr/>
      <dgm:t>
        <a:bodyPr/>
        <a:lstStyle/>
        <a:p>
          <a:endParaRPr lang="en-IN"/>
        </a:p>
      </dgm:t>
    </dgm:pt>
    <dgm:pt modelId="{52196AEA-87CD-4B49-9D7F-5BD9BD7888DF}" type="sibTrans" cxnId="{2E836EDA-A03A-4302-97BF-3CB6503C0CEA}">
      <dgm:prSet/>
      <dgm:spPr/>
      <dgm:t>
        <a:bodyPr/>
        <a:lstStyle/>
        <a:p>
          <a:endParaRPr lang="en-IN"/>
        </a:p>
      </dgm:t>
    </dgm:pt>
    <dgm:pt modelId="{A34019B8-3F26-4CBB-BA9E-0521201A3304}">
      <dgm:prSet/>
      <dgm:spPr/>
      <dgm:t>
        <a:bodyPr/>
        <a:lstStyle/>
        <a:p>
          <a:r>
            <a:rPr lang="en-GB" baseline="0"/>
            <a:t>(Your charts: OnlineSecurity, TechSupport, OnlineBackup, DeviceProtection)</a:t>
          </a:r>
          <a:endParaRPr lang="en-IN"/>
        </a:p>
      </dgm:t>
    </dgm:pt>
    <dgm:pt modelId="{C9EE612C-DC55-4171-B0F1-54BA35B1D3A3}" type="parTrans" cxnId="{408ACBBE-F25F-47DC-A902-81CE1E879B87}">
      <dgm:prSet/>
      <dgm:spPr/>
      <dgm:t>
        <a:bodyPr/>
        <a:lstStyle/>
        <a:p>
          <a:endParaRPr lang="en-IN"/>
        </a:p>
      </dgm:t>
    </dgm:pt>
    <dgm:pt modelId="{CC509D12-033B-42EB-9CC1-2B94A8D13C61}" type="sibTrans" cxnId="{408ACBBE-F25F-47DC-A902-81CE1E879B87}">
      <dgm:prSet/>
      <dgm:spPr/>
      <dgm:t>
        <a:bodyPr/>
        <a:lstStyle/>
        <a:p>
          <a:endParaRPr lang="en-IN"/>
        </a:p>
      </dgm:t>
    </dgm:pt>
    <dgm:pt modelId="{FC190EDA-647E-4299-80C0-389EBCF729C1}">
      <dgm:prSet/>
      <dgm:spPr/>
      <dgm:t>
        <a:bodyPr/>
        <a:lstStyle/>
        <a:p>
          <a:r>
            <a:rPr lang="en-GB" b="1" baseline="0"/>
            <a:t>Insights:</a:t>
          </a:r>
          <a:endParaRPr lang="en-IN"/>
        </a:p>
      </dgm:t>
    </dgm:pt>
    <dgm:pt modelId="{72ABB615-F667-4AA3-ABB1-11C73716FC6E}" type="parTrans" cxnId="{B1C36A86-8066-44C9-A961-91651398F18A}">
      <dgm:prSet/>
      <dgm:spPr/>
      <dgm:t>
        <a:bodyPr/>
        <a:lstStyle/>
        <a:p>
          <a:endParaRPr lang="en-IN"/>
        </a:p>
      </dgm:t>
    </dgm:pt>
    <dgm:pt modelId="{AE8DECE1-656E-42B9-9F1F-80432E5184B1}" type="sibTrans" cxnId="{B1C36A86-8066-44C9-A961-91651398F18A}">
      <dgm:prSet/>
      <dgm:spPr/>
      <dgm:t>
        <a:bodyPr/>
        <a:lstStyle/>
        <a:p>
          <a:endParaRPr lang="en-IN"/>
        </a:p>
      </dgm:t>
    </dgm:pt>
    <dgm:pt modelId="{48E4290D-640D-4DEE-AD73-5D68EC28F1B7}">
      <dgm:prSet/>
      <dgm:spPr/>
      <dgm:t>
        <a:bodyPr/>
        <a:lstStyle/>
        <a:p>
          <a:r>
            <a:rPr lang="en-GB" baseline="0"/>
            <a:t>Customers not using security/support services have </a:t>
          </a:r>
          <a:r>
            <a:rPr lang="en-GB" b="1" baseline="0"/>
            <a:t>higher churn</a:t>
          </a:r>
          <a:endParaRPr lang="en-IN"/>
        </a:p>
      </dgm:t>
    </dgm:pt>
    <dgm:pt modelId="{A0FE198C-2E28-497D-ABC4-8993297C505B}" type="parTrans" cxnId="{D31ADD30-169E-4916-88C2-675E20EAFE43}">
      <dgm:prSet/>
      <dgm:spPr/>
      <dgm:t>
        <a:bodyPr/>
        <a:lstStyle/>
        <a:p>
          <a:endParaRPr lang="en-IN"/>
        </a:p>
      </dgm:t>
    </dgm:pt>
    <dgm:pt modelId="{31D09D63-60C6-425A-8DD2-B752910515B0}" type="sibTrans" cxnId="{D31ADD30-169E-4916-88C2-675E20EAFE43}">
      <dgm:prSet/>
      <dgm:spPr/>
      <dgm:t>
        <a:bodyPr/>
        <a:lstStyle/>
        <a:p>
          <a:endParaRPr lang="en-IN"/>
        </a:p>
      </dgm:t>
    </dgm:pt>
    <dgm:pt modelId="{3DDDF048-B2C0-41A0-91B7-33237A6F9D1C}">
      <dgm:prSet/>
      <dgm:spPr/>
      <dgm:t>
        <a:bodyPr/>
        <a:lstStyle/>
        <a:p>
          <a:r>
            <a:rPr lang="en-GB" baseline="0"/>
            <a:t>Lack of support services → lower satisfaction</a:t>
          </a:r>
          <a:endParaRPr lang="en-IN"/>
        </a:p>
      </dgm:t>
    </dgm:pt>
    <dgm:pt modelId="{0C7B551D-4BED-4D01-A0C5-542EEA79AA4A}" type="parTrans" cxnId="{8FACF270-46E7-453B-8995-07863BFB46F1}">
      <dgm:prSet/>
      <dgm:spPr/>
      <dgm:t>
        <a:bodyPr/>
        <a:lstStyle/>
        <a:p>
          <a:endParaRPr lang="en-IN"/>
        </a:p>
      </dgm:t>
    </dgm:pt>
    <dgm:pt modelId="{5C7D597C-1505-4155-B27A-A0F4DBB13778}" type="sibTrans" cxnId="{8FACF270-46E7-453B-8995-07863BFB46F1}">
      <dgm:prSet/>
      <dgm:spPr/>
      <dgm:t>
        <a:bodyPr/>
        <a:lstStyle/>
        <a:p>
          <a:endParaRPr lang="en-IN"/>
        </a:p>
      </dgm:t>
    </dgm:pt>
    <dgm:pt modelId="{7764A4E7-20CF-4C6C-8D32-32A56E971E00}" type="pres">
      <dgm:prSet presAssocID="{3DF61248-8E03-4E20-BA5A-1916AF89F940}" presName="linear" presStyleCnt="0">
        <dgm:presLayoutVars>
          <dgm:animLvl val="lvl"/>
          <dgm:resizeHandles val="exact"/>
        </dgm:presLayoutVars>
      </dgm:prSet>
      <dgm:spPr/>
    </dgm:pt>
    <dgm:pt modelId="{1B138A71-63A5-4C6F-A1A7-AAA76389A91D}" type="pres">
      <dgm:prSet presAssocID="{17FC933D-4A14-435D-A1ED-C9035559CCF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69E9C14-9FA2-46C4-B437-58AECD7B4A6F}" type="pres">
      <dgm:prSet presAssocID="{52196AEA-87CD-4B49-9D7F-5BD9BD7888DF}" presName="spacer" presStyleCnt="0"/>
      <dgm:spPr/>
    </dgm:pt>
    <dgm:pt modelId="{A9AF65E1-5851-48AE-A5F2-FFAAFC750DAA}" type="pres">
      <dgm:prSet presAssocID="{A34019B8-3F26-4CBB-BA9E-0521201A330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5EA9AF4-A80C-4FBA-8B1F-5C428326B32C}" type="pres">
      <dgm:prSet presAssocID="{CC509D12-033B-42EB-9CC1-2B94A8D13C61}" presName="spacer" presStyleCnt="0"/>
      <dgm:spPr/>
    </dgm:pt>
    <dgm:pt modelId="{C1636012-9BB9-4AA6-900B-8C4B84F83D7B}" type="pres">
      <dgm:prSet presAssocID="{FC190EDA-647E-4299-80C0-389EBCF729C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6811D75-BE54-43CE-A145-E830062B0B11}" type="pres">
      <dgm:prSet presAssocID="{AE8DECE1-656E-42B9-9F1F-80432E5184B1}" presName="spacer" presStyleCnt="0"/>
      <dgm:spPr/>
    </dgm:pt>
    <dgm:pt modelId="{57F9C241-84BE-447A-954A-1F5DC0A4F41D}" type="pres">
      <dgm:prSet presAssocID="{48E4290D-640D-4DEE-AD73-5D68EC28F1B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6776AD4-9147-4622-A2EF-DCD54C2AC1D2}" type="pres">
      <dgm:prSet presAssocID="{31D09D63-60C6-425A-8DD2-B752910515B0}" presName="spacer" presStyleCnt="0"/>
      <dgm:spPr/>
    </dgm:pt>
    <dgm:pt modelId="{30F04038-194F-4D08-A708-82E180B953EE}" type="pres">
      <dgm:prSet presAssocID="{3DDDF048-B2C0-41A0-91B7-33237A6F9D1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31ADD30-169E-4916-88C2-675E20EAFE43}" srcId="{3DF61248-8E03-4E20-BA5A-1916AF89F940}" destId="{48E4290D-640D-4DEE-AD73-5D68EC28F1B7}" srcOrd="3" destOrd="0" parTransId="{A0FE198C-2E28-497D-ABC4-8993297C505B}" sibTransId="{31D09D63-60C6-425A-8DD2-B752910515B0}"/>
    <dgm:cxn modelId="{DF403D3C-6DB0-45E8-827A-FF9E4D9A7FB9}" type="presOf" srcId="{FC190EDA-647E-4299-80C0-389EBCF729C1}" destId="{C1636012-9BB9-4AA6-900B-8C4B84F83D7B}" srcOrd="0" destOrd="0" presId="urn:microsoft.com/office/officeart/2005/8/layout/vList2"/>
    <dgm:cxn modelId="{58795B5E-327D-495F-85E2-7FA6E6C3A7E7}" type="presOf" srcId="{48E4290D-640D-4DEE-AD73-5D68EC28F1B7}" destId="{57F9C241-84BE-447A-954A-1F5DC0A4F41D}" srcOrd="0" destOrd="0" presId="urn:microsoft.com/office/officeart/2005/8/layout/vList2"/>
    <dgm:cxn modelId="{8FACF270-46E7-453B-8995-07863BFB46F1}" srcId="{3DF61248-8E03-4E20-BA5A-1916AF89F940}" destId="{3DDDF048-B2C0-41A0-91B7-33237A6F9D1C}" srcOrd="4" destOrd="0" parTransId="{0C7B551D-4BED-4D01-A0C5-542EEA79AA4A}" sibTransId="{5C7D597C-1505-4155-B27A-A0F4DBB13778}"/>
    <dgm:cxn modelId="{63754571-64EE-4350-90E8-40D22A10FEB9}" type="presOf" srcId="{3DDDF048-B2C0-41A0-91B7-33237A6F9D1C}" destId="{30F04038-194F-4D08-A708-82E180B953EE}" srcOrd="0" destOrd="0" presId="urn:microsoft.com/office/officeart/2005/8/layout/vList2"/>
    <dgm:cxn modelId="{B1C36A86-8066-44C9-A961-91651398F18A}" srcId="{3DF61248-8E03-4E20-BA5A-1916AF89F940}" destId="{FC190EDA-647E-4299-80C0-389EBCF729C1}" srcOrd="2" destOrd="0" parTransId="{72ABB615-F667-4AA3-ABB1-11C73716FC6E}" sibTransId="{AE8DECE1-656E-42B9-9F1F-80432E5184B1}"/>
    <dgm:cxn modelId="{96A195AE-9A45-4CA8-B99C-70AAECB42C07}" type="presOf" srcId="{3DF61248-8E03-4E20-BA5A-1916AF89F940}" destId="{7764A4E7-20CF-4C6C-8D32-32A56E971E00}" srcOrd="0" destOrd="0" presId="urn:microsoft.com/office/officeart/2005/8/layout/vList2"/>
    <dgm:cxn modelId="{408ACBBE-F25F-47DC-A902-81CE1E879B87}" srcId="{3DF61248-8E03-4E20-BA5A-1916AF89F940}" destId="{A34019B8-3F26-4CBB-BA9E-0521201A3304}" srcOrd="1" destOrd="0" parTransId="{C9EE612C-DC55-4171-B0F1-54BA35B1D3A3}" sibTransId="{CC509D12-033B-42EB-9CC1-2B94A8D13C61}"/>
    <dgm:cxn modelId="{4F4164C7-D9A4-40B7-AF99-B301451377E4}" type="presOf" srcId="{17FC933D-4A14-435D-A1ED-C9035559CCF4}" destId="{1B138A71-63A5-4C6F-A1A7-AAA76389A91D}" srcOrd="0" destOrd="0" presId="urn:microsoft.com/office/officeart/2005/8/layout/vList2"/>
    <dgm:cxn modelId="{9B7D06CC-7FCC-46CB-A6C0-9A7476C02D6D}" type="presOf" srcId="{A34019B8-3F26-4CBB-BA9E-0521201A3304}" destId="{A9AF65E1-5851-48AE-A5F2-FFAAFC750DAA}" srcOrd="0" destOrd="0" presId="urn:microsoft.com/office/officeart/2005/8/layout/vList2"/>
    <dgm:cxn modelId="{2E836EDA-A03A-4302-97BF-3CB6503C0CEA}" srcId="{3DF61248-8E03-4E20-BA5A-1916AF89F940}" destId="{17FC933D-4A14-435D-A1ED-C9035559CCF4}" srcOrd="0" destOrd="0" parTransId="{BE2BB5D7-0880-4665-B9B6-984F6A9CC083}" sibTransId="{52196AEA-87CD-4B49-9D7F-5BD9BD7888DF}"/>
    <dgm:cxn modelId="{5C3D1C2F-6A77-464C-BC23-F4E4DC81F266}" type="presParOf" srcId="{7764A4E7-20CF-4C6C-8D32-32A56E971E00}" destId="{1B138A71-63A5-4C6F-A1A7-AAA76389A91D}" srcOrd="0" destOrd="0" presId="urn:microsoft.com/office/officeart/2005/8/layout/vList2"/>
    <dgm:cxn modelId="{892FD264-27DD-4DDE-9AD6-A4583B02D02F}" type="presParOf" srcId="{7764A4E7-20CF-4C6C-8D32-32A56E971E00}" destId="{269E9C14-9FA2-46C4-B437-58AECD7B4A6F}" srcOrd="1" destOrd="0" presId="urn:microsoft.com/office/officeart/2005/8/layout/vList2"/>
    <dgm:cxn modelId="{8107DBE7-87A6-4F59-AA00-615EB5AA883E}" type="presParOf" srcId="{7764A4E7-20CF-4C6C-8D32-32A56E971E00}" destId="{A9AF65E1-5851-48AE-A5F2-FFAAFC750DAA}" srcOrd="2" destOrd="0" presId="urn:microsoft.com/office/officeart/2005/8/layout/vList2"/>
    <dgm:cxn modelId="{0FAE388E-B213-4C33-BE79-7B94AD2471B8}" type="presParOf" srcId="{7764A4E7-20CF-4C6C-8D32-32A56E971E00}" destId="{15EA9AF4-A80C-4FBA-8B1F-5C428326B32C}" srcOrd="3" destOrd="0" presId="urn:microsoft.com/office/officeart/2005/8/layout/vList2"/>
    <dgm:cxn modelId="{CF442239-A9DB-4AA9-A213-3CC2ED35727A}" type="presParOf" srcId="{7764A4E7-20CF-4C6C-8D32-32A56E971E00}" destId="{C1636012-9BB9-4AA6-900B-8C4B84F83D7B}" srcOrd="4" destOrd="0" presId="urn:microsoft.com/office/officeart/2005/8/layout/vList2"/>
    <dgm:cxn modelId="{2623D949-4AF2-4355-8281-50C19D6430D9}" type="presParOf" srcId="{7764A4E7-20CF-4C6C-8D32-32A56E971E00}" destId="{76811D75-BE54-43CE-A145-E830062B0B11}" srcOrd="5" destOrd="0" presId="urn:microsoft.com/office/officeart/2005/8/layout/vList2"/>
    <dgm:cxn modelId="{D6671EAE-ADBE-4D9A-AD1A-3304FCE4A40B}" type="presParOf" srcId="{7764A4E7-20CF-4C6C-8D32-32A56E971E00}" destId="{57F9C241-84BE-447A-954A-1F5DC0A4F41D}" srcOrd="6" destOrd="0" presId="urn:microsoft.com/office/officeart/2005/8/layout/vList2"/>
    <dgm:cxn modelId="{35124F94-C636-4AE1-B411-52DD516A18B5}" type="presParOf" srcId="{7764A4E7-20CF-4C6C-8D32-32A56E971E00}" destId="{46776AD4-9147-4622-A2EF-DCD54C2AC1D2}" srcOrd="7" destOrd="0" presId="urn:microsoft.com/office/officeart/2005/8/layout/vList2"/>
    <dgm:cxn modelId="{968FD32A-E4B2-4CA5-AC3A-91E6AA743457}" type="presParOf" srcId="{7764A4E7-20CF-4C6C-8D32-32A56E971E00}" destId="{30F04038-194F-4D08-A708-82E180B953E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42D541A-3654-49F6-887E-BE7287F849A3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34DA9B6-5CEE-4D7A-8688-0A9597BF8CE6}">
      <dgm:prSet/>
      <dgm:spPr/>
      <dgm:t>
        <a:bodyPr/>
        <a:lstStyle/>
        <a:p>
          <a:r>
            <a:rPr lang="en-GB" b="1" baseline="0"/>
            <a:t>Entertainment Services</a:t>
          </a:r>
          <a:endParaRPr lang="en-IN"/>
        </a:p>
      </dgm:t>
    </dgm:pt>
    <dgm:pt modelId="{28DA4016-A400-490F-9EC0-F442EE5B2FC3}" type="parTrans" cxnId="{C31067E3-A954-4E1E-A477-492656FF9F29}">
      <dgm:prSet/>
      <dgm:spPr/>
      <dgm:t>
        <a:bodyPr/>
        <a:lstStyle/>
        <a:p>
          <a:endParaRPr lang="en-IN"/>
        </a:p>
      </dgm:t>
    </dgm:pt>
    <dgm:pt modelId="{7363021A-FF9D-4847-A28A-589F37C5CA30}" type="sibTrans" cxnId="{C31067E3-A954-4E1E-A477-492656FF9F29}">
      <dgm:prSet/>
      <dgm:spPr/>
      <dgm:t>
        <a:bodyPr/>
        <a:lstStyle/>
        <a:p>
          <a:endParaRPr lang="en-IN"/>
        </a:p>
      </dgm:t>
    </dgm:pt>
    <dgm:pt modelId="{D57E6228-1B46-4F1F-B732-B68CEA615411}">
      <dgm:prSet/>
      <dgm:spPr/>
      <dgm:t>
        <a:bodyPr/>
        <a:lstStyle/>
        <a:p>
          <a:r>
            <a:rPr lang="en-GB" baseline="0"/>
            <a:t>(Charts: StreamingTV, StreamingMovies)</a:t>
          </a:r>
          <a:endParaRPr lang="en-IN"/>
        </a:p>
      </dgm:t>
    </dgm:pt>
    <dgm:pt modelId="{F4A4B0DE-E47B-43AB-BA7C-2864FFC756A1}" type="parTrans" cxnId="{B7A81305-2CA0-4DA0-996D-59E6A8DB7D58}">
      <dgm:prSet/>
      <dgm:spPr/>
      <dgm:t>
        <a:bodyPr/>
        <a:lstStyle/>
        <a:p>
          <a:endParaRPr lang="en-IN"/>
        </a:p>
      </dgm:t>
    </dgm:pt>
    <dgm:pt modelId="{506FED8A-0226-4271-8894-AFE6E5647959}" type="sibTrans" cxnId="{B7A81305-2CA0-4DA0-996D-59E6A8DB7D58}">
      <dgm:prSet/>
      <dgm:spPr/>
      <dgm:t>
        <a:bodyPr/>
        <a:lstStyle/>
        <a:p>
          <a:endParaRPr lang="en-IN"/>
        </a:p>
      </dgm:t>
    </dgm:pt>
    <dgm:pt modelId="{A8DE6E90-14E2-4074-9E38-3773525F604F}">
      <dgm:prSet/>
      <dgm:spPr/>
      <dgm:t>
        <a:bodyPr/>
        <a:lstStyle/>
        <a:p>
          <a:r>
            <a:rPr lang="en-GB" b="1" baseline="0"/>
            <a:t>Insights:</a:t>
          </a:r>
          <a:endParaRPr lang="en-IN"/>
        </a:p>
      </dgm:t>
    </dgm:pt>
    <dgm:pt modelId="{4FA5AA18-9D32-454D-8D62-E0DE075A4EC1}" type="parTrans" cxnId="{4AD385A2-665C-4706-9BA5-B845F49ED6E5}">
      <dgm:prSet/>
      <dgm:spPr/>
      <dgm:t>
        <a:bodyPr/>
        <a:lstStyle/>
        <a:p>
          <a:endParaRPr lang="en-IN"/>
        </a:p>
      </dgm:t>
    </dgm:pt>
    <dgm:pt modelId="{D08A233A-AEDA-42D4-8F18-CEC324D818C6}" type="sibTrans" cxnId="{4AD385A2-665C-4706-9BA5-B845F49ED6E5}">
      <dgm:prSet/>
      <dgm:spPr/>
      <dgm:t>
        <a:bodyPr/>
        <a:lstStyle/>
        <a:p>
          <a:endParaRPr lang="en-IN"/>
        </a:p>
      </dgm:t>
    </dgm:pt>
    <dgm:pt modelId="{E0539AE3-7532-446B-8A6A-EC768C6620FA}">
      <dgm:prSet/>
      <dgm:spPr/>
      <dgm:t>
        <a:bodyPr/>
        <a:lstStyle/>
        <a:p>
          <a:r>
            <a:rPr lang="en-GB" baseline="0"/>
            <a:t>Entertainment services have balanced usage</a:t>
          </a:r>
          <a:endParaRPr lang="en-IN"/>
        </a:p>
      </dgm:t>
    </dgm:pt>
    <dgm:pt modelId="{EE8F220A-D412-4F3D-8FE8-7D6AFCDFB102}" type="parTrans" cxnId="{629A984B-16E5-4612-BE44-C70AFFBAD829}">
      <dgm:prSet/>
      <dgm:spPr/>
      <dgm:t>
        <a:bodyPr/>
        <a:lstStyle/>
        <a:p>
          <a:endParaRPr lang="en-IN"/>
        </a:p>
      </dgm:t>
    </dgm:pt>
    <dgm:pt modelId="{B1E1DE10-DE5D-4320-8E4B-11E910167563}" type="sibTrans" cxnId="{629A984B-16E5-4612-BE44-C70AFFBAD829}">
      <dgm:prSet/>
      <dgm:spPr/>
      <dgm:t>
        <a:bodyPr/>
        <a:lstStyle/>
        <a:p>
          <a:endParaRPr lang="en-IN"/>
        </a:p>
      </dgm:t>
    </dgm:pt>
    <dgm:pt modelId="{4A6615AB-7F25-4FF9-9C92-9F6E29195F54}">
      <dgm:prSet/>
      <dgm:spPr/>
      <dgm:t>
        <a:bodyPr/>
        <a:lstStyle/>
        <a:p>
          <a:r>
            <a:rPr lang="en-GB" baseline="0"/>
            <a:t>Do not strongly reduce churn compared to security services</a:t>
          </a:r>
          <a:endParaRPr lang="en-IN"/>
        </a:p>
      </dgm:t>
    </dgm:pt>
    <dgm:pt modelId="{66D59074-4D1B-4E83-917C-A50A466F8C8B}" type="parTrans" cxnId="{C7088AE6-E09C-4321-A717-750E2D4EE9F6}">
      <dgm:prSet/>
      <dgm:spPr/>
      <dgm:t>
        <a:bodyPr/>
        <a:lstStyle/>
        <a:p>
          <a:endParaRPr lang="en-IN"/>
        </a:p>
      </dgm:t>
    </dgm:pt>
    <dgm:pt modelId="{580986A7-7F64-43E4-828C-403FECE70757}" type="sibTrans" cxnId="{C7088AE6-E09C-4321-A717-750E2D4EE9F6}">
      <dgm:prSet/>
      <dgm:spPr/>
      <dgm:t>
        <a:bodyPr/>
        <a:lstStyle/>
        <a:p>
          <a:endParaRPr lang="en-IN"/>
        </a:p>
      </dgm:t>
    </dgm:pt>
    <dgm:pt modelId="{5906F52F-BC81-4BCC-9A2B-3C39F6B6A2B1}" type="pres">
      <dgm:prSet presAssocID="{842D541A-3654-49F6-887E-BE7287F849A3}" presName="linearFlow" presStyleCnt="0">
        <dgm:presLayoutVars>
          <dgm:dir/>
          <dgm:resizeHandles val="exact"/>
        </dgm:presLayoutVars>
      </dgm:prSet>
      <dgm:spPr/>
    </dgm:pt>
    <dgm:pt modelId="{F0503CDF-0B61-43F7-A414-A5F8B9AA117B}" type="pres">
      <dgm:prSet presAssocID="{234DA9B6-5CEE-4D7A-8688-0A9597BF8CE6}" presName="composite" presStyleCnt="0"/>
      <dgm:spPr/>
    </dgm:pt>
    <dgm:pt modelId="{20081EAD-DAF2-4E7E-908B-DD81C813CD7A}" type="pres">
      <dgm:prSet presAssocID="{234DA9B6-5CEE-4D7A-8688-0A9597BF8CE6}" presName="imgShp" presStyleLbl="fgImgPlace1" presStyleIdx="0" presStyleCnt="5"/>
      <dgm:spPr>
        <a:solidFill>
          <a:schemeClr val="tx1"/>
        </a:solidFill>
      </dgm:spPr>
    </dgm:pt>
    <dgm:pt modelId="{6E653D92-4A87-494B-805D-AC9DB10B732E}" type="pres">
      <dgm:prSet presAssocID="{234DA9B6-5CEE-4D7A-8688-0A9597BF8CE6}" presName="txShp" presStyleLbl="node1" presStyleIdx="0" presStyleCnt="5">
        <dgm:presLayoutVars>
          <dgm:bulletEnabled val="1"/>
        </dgm:presLayoutVars>
      </dgm:prSet>
      <dgm:spPr/>
    </dgm:pt>
    <dgm:pt modelId="{F7B22ED0-0E09-43F2-B90A-760D985B1BF5}" type="pres">
      <dgm:prSet presAssocID="{7363021A-FF9D-4847-A28A-589F37C5CA30}" presName="spacing" presStyleCnt="0"/>
      <dgm:spPr/>
    </dgm:pt>
    <dgm:pt modelId="{CB3C9151-F59D-4D0E-82BE-ADA8F53A9552}" type="pres">
      <dgm:prSet presAssocID="{D57E6228-1B46-4F1F-B732-B68CEA615411}" presName="composite" presStyleCnt="0"/>
      <dgm:spPr/>
    </dgm:pt>
    <dgm:pt modelId="{0E20A432-F92A-41D8-9B87-BB1C8964E1CA}" type="pres">
      <dgm:prSet presAssocID="{D57E6228-1B46-4F1F-B732-B68CEA615411}" presName="imgShp" presStyleLbl="fgImgPlace1" presStyleIdx="1" presStyleCnt="5"/>
      <dgm:spPr>
        <a:solidFill>
          <a:schemeClr val="accent1"/>
        </a:solidFill>
      </dgm:spPr>
    </dgm:pt>
    <dgm:pt modelId="{A22B65D9-86DE-45B6-B5AF-52BD0379DB6A}" type="pres">
      <dgm:prSet presAssocID="{D57E6228-1B46-4F1F-B732-B68CEA615411}" presName="txShp" presStyleLbl="node1" presStyleIdx="1" presStyleCnt="5">
        <dgm:presLayoutVars>
          <dgm:bulletEnabled val="1"/>
        </dgm:presLayoutVars>
      </dgm:prSet>
      <dgm:spPr/>
    </dgm:pt>
    <dgm:pt modelId="{41555FE6-9543-4E4A-AE5A-42399E78141A}" type="pres">
      <dgm:prSet presAssocID="{506FED8A-0226-4271-8894-AFE6E5647959}" presName="spacing" presStyleCnt="0"/>
      <dgm:spPr/>
    </dgm:pt>
    <dgm:pt modelId="{EE781343-21AD-4023-A2FA-59906126EAD3}" type="pres">
      <dgm:prSet presAssocID="{A8DE6E90-14E2-4074-9E38-3773525F604F}" presName="composite" presStyleCnt="0"/>
      <dgm:spPr/>
    </dgm:pt>
    <dgm:pt modelId="{30B47665-F1B1-4765-B0AA-460AC01CC9B7}" type="pres">
      <dgm:prSet presAssocID="{A8DE6E90-14E2-4074-9E38-3773525F604F}" presName="imgShp" presStyleLbl="fgImgPlace1" presStyleIdx="2" presStyleCnt="5"/>
      <dgm:spPr>
        <a:solidFill>
          <a:schemeClr val="bg2"/>
        </a:solidFill>
      </dgm:spPr>
    </dgm:pt>
    <dgm:pt modelId="{92EAED81-FF86-4E64-A0C1-EC3B197F72CF}" type="pres">
      <dgm:prSet presAssocID="{A8DE6E90-14E2-4074-9E38-3773525F604F}" presName="txShp" presStyleLbl="node1" presStyleIdx="2" presStyleCnt="5">
        <dgm:presLayoutVars>
          <dgm:bulletEnabled val="1"/>
        </dgm:presLayoutVars>
      </dgm:prSet>
      <dgm:spPr/>
    </dgm:pt>
    <dgm:pt modelId="{B3670034-DE20-4391-A38C-56CDD20B5726}" type="pres">
      <dgm:prSet presAssocID="{D08A233A-AEDA-42D4-8F18-CEC324D818C6}" presName="spacing" presStyleCnt="0"/>
      <dgm:spPr/>
    </dgm:pt>
    <dgm:pt modelId="{DDD1FF53-9266-48F1-B965-9F5A8DC02092}" type="pres">
      <dgm:prSet presAssocID="{E0539AE3-7532-446B-8A6A-EC768C6620FA}" presName="composite" presStyleCnt="0"/>
      <dgm:spPr/>
    </dgm:pt>
    <dgm:pt modelId="{C1F0D21D-F19B-4AD1-B32F-DB48CA87A98E}" type="pres">
      <dgm:prSet presAssocID="{E0539AE3-7532-446B-8A6A-EC768C6620FA}" presName="imgShp" presStyleLbl="fgImgPlace1" presStyleIdx="3" presStyleCnt="5"/>
      <dgm:spPr>
        <a:solidFill>
          <a:schemeClr val="bg2"/>
        </a:solidFill>
      </dgm:spPr>
    </dgm:pt>
    <dgm:pt modelId="{EF293486-6991-498E-9672-D62E401B25DB}" type="pres">
      <dgm:prSet presAssocID="{E0539AE3-7532-446B-8A6A-EC768C6620FA}" presName="txShp" presStyleLbl="node1" presStyleIdx="3" presStyleCnt="5">
        <dgm:presLayoutVars>
          <dgm:bulletEnabled val="1"/>
        </dgm:presLayoutVars>
      </dgm:prSet>
      <dgm:spPr/>
    </dgm:pt>
    <dgm:pt modelId="{E3B43637-12F3-4BE7-8122-388A79BE24A5}" type="pres">
      <dgm:prSet presAssocID="{B1E1DE10-DE5D-4320-8E4B-11E910167563}" presName="spacing" presStyleCnt="0"/>
      <dgm:spPr/>
    </dgm:pt>
    <dgm:pt modelId="{4DA41274-FC9B-4385-B4E0-AF10BF8B134A}" type="pres">
      <dgm:prSet presAssocID="{4A6615AB-7F25-4FF9-9C92-9F6E29195F54}" presName="composite" presStyleCnt="0"/>
      <dgm:spPr/>
    </dgm:pt>
    <dgm:pt modelId="{7DBD9EEF-499C-4BC2-A1F5-6FD63884F62E}" type="pres">
      <dgm:prSet presAssocID="{4A6615AB-7F25-4FF9-9C92-9F6E29195F54}" presName="imgShp" presStyleLbl="fgImgPlace1" presStyleIdx="4" presStyleCnt="5"/>
      <dgm:spPr>
        <a:solidFill>
          <a:schemeClr val="bg2"/>
        </a:solidFill>
      </dgm:spPr>
    </dgm:pt>
    <dgm:pt modelId="{A797089B-CF0B-40AA-ADE6-6F618AA78134}" type="pres">
      <dgm:prSet presAssocID="{4A6615AB-7F25-4FF9-9C92-9F6E29195F54}" presName="txShp" presStyleLbl="node1" presStyleIdx="4" presStyleCnt="5">
        <dgm:presLayoutVars>
          <dgm:bulletEnabled val="1"/>
        </dgm:presLayoutVars>
      </dgm:prSet>
      <dgm:spPr/>
    </dgm:pt>
  </dgm:ptLst>
  <dgm:cxnLst>
    <dgm:cxn modelId="{ED4F4B00-B55C-4853-BC09-BA32662CC65B}" type="presOf" srcId="{A8DE6E90-14E2-4074-9E38-3773525F604F}" destId="{92EAED81-FF86-4E64-A0C1-EC3B197F72CF}" srcOrd="0" destOrd="0" presId="urn:microsoft.com/office/officeart/2005/8/layout/vList3"/>
    <dgm:cxn modelId="{9F7B5700-3753-4021-A845-0E5AD6EE5958}" type="presOf" srcId="{E0539AE3-7532-446B-8A6A-EC768C6620FA}" destId="{EF293486-6991-498E-9672-D62E401B25DB}" srcOrd="0" destOrd="0" presId="urn:microsoft.com/office/officeart/2005/8/layout/vList3"/>
    <dgm:cxn modelId="{B7A81305-2CA0-4DA0-996D-59E6A8DB7D58}" srcId="{842D541A-3654-49F6-887E-BE7287F849A3}" destId="{D57E6228-1B46-4F1F-B732-B68CEA615411}" srcOrd="1" destOrd="0" parTransId="{F4A4B0DE-E47B-43AB-BA7C-2864FFC756A1}" sibTransId="{506FED8A-0226-4271-8894-AFE6E5647959}"/>
    <dgm:cxn modelId="{629A984B-16E5-4612-BE44-C70AFFBAD829}" srcId="{842D541A-3654-49F6-887E-BE7287F849A3}" destId="{E0539AE3-7532-446B-8A6A-EC768C6620FA}" srcOrd="3" destOrd="0" parTransId="{EE8F220A-D412-4F3D-8FE8-7D6AFCDFB102}" sibTransId="{B1E1DE10-DE5D-4320-8E4B-11E910167563}"/>
    <dgm:cxn modelId="{4AD385A2-665C-4706-9BA5-B845F49ED6E5}" srcId="{842D541A-3654-49F6-887E-BE7287F849A3}" destId="{A8DE6E90-14E2-4074-9E38-3773525F604F}" srcOrd="2" destOrd="0" parTransId="{4FA5AA18-9D32-454D-8D62-E0DE075A4EC1}" sibTransId="{D08A233A-AEDA-42D4-8F18-CEC324D818C6}"/>
    <dgm:cxn modelId="{E2F793D9-7767-41BC-8234-5F526641911D}" type="presOf" srcId="{842D541A-3654-49F6-887E-BE7287F849A3}" destId="{5906F52F-BC81-4BCC-9A2B-3C39F6B6A2B1}" srcOrd="0" destOrd="0" presId="urn:microsoft.com/office/officeart/2005/8/layout/vList3"/>
    <dgm:cxn modelId="{C31067E3-A954-4E1E-A477-492656FF9F29}" srcId="{842D541A-3654-49F6-887E-BE7287F849A3}" destId="{234DA9B6-5CEE-4D7A-8688-0A9597BF8CE6}" srcOrd="0" destOrd="0" parTransId="{28DA4016-A400-490F-9EC0-F442EE5B2FC3}" sibTransId="{7363021A-FF9D-4847-A28A-589F37C5CA30}"/>
    <dgm:cxn modelId="{2A16E4E3-A60B-4472-9BBA-FA26AB03E009}" type="presOf" srcId="{234DA9B6-5CEE-4D7A-8688-0A9597BF8CE6}" destId="{6E653D92-4A87-494B-805D-AC9DB10B732E}" srcOrd="0" destOrd="0" presId="urn:microsoft.com/office/officeart/2005/8/layout/vList3"/>
    <dgm:cxn modelId="{C7088AE6-E09C-4321-A717-750E2D4EE9F6}" srcId="{842D541A-3654-49F6-887E-BE7287F849A3}" destId="{4A6615AB-7F25-4FF9-9C92-9F6E29195F54}" srcOrd="4" destOrd="0" parTransId="{66D59074-4D1B-4E83-917C-A50A466F8C8B}" sibTransId="{580986A7-7F64-43E4-828C-403FECE70757}"/>
    <dgm:cxn modelId="{3E844DF3-44DF-4A75-84C4-D4A9756D5C10}" type="presOf" srcId="{D57E6228-1B46-4F1F-B732-B68CEA615411}" destId="{A22B65D9-86DE-45B6-B5AF-52BD0379DB6A}" srcOrd="0" destOrd="0" presId="urn:microsoft.com/office/officeart/2005/8/layout/vList3"/>
    <dgm:cxn modelId="{D54A63F4-C355-472E-8D47-4F7751307132}" type="presOf" srcId="{4A6615AB-7F25-4FF9-9C92-9F6E29195F54}" destId="{A797089B-CF0B-40AA-ADE6-6F618AA78134}" srcOrd="0" destOrd="0" presId="urn:microsoft.com/office/officeart/2005/8/layout/vList3"/>
    <dgm:cxn modelId="{DCDFBFF0-CFAE-4B20-807B-629BC74EB19B}" type="presParOf" srcId="{5906F52F-BC81-4BCC-9A2B-3C39F6B6A2B1}" destId="{F0503CDF-0B61-43F7-A414-A5F8B9AA117B}" srcOrd="0" destOrd="0" presId="urn:microsoft.com/office/officeart/2005/8/layout/vList3"/>
    <dgm:cxn modelId="{D010BAEA-CCFA-4672-86F5-C11305CB770D}" type="presParOf" srcId="{F0503CDF-0B61-43F7-A414-A5F8B9AA117B}" destId="{20081EAD-DAF2-4E7E-908B-DD81C813CD7A}" srcOrd="0" destOrd="0" presId="urn:microsoft.com/office/officeart/2005/8/layout/vList3"/>
    <dgm:cxn modelId="{679F8761-ED5D-43B6-B21D-C9C88243F896}" type="presParOf" srcId="{F0503CDF-0B61-43F7-A414-A5F8B9AA117B}" destId="{6E653D92-4A87-494B-805D-AC9DB10B732E}" srcOrd="1" destOrd="0" presId="urn:microsoft.com/office/officeart/2005/8/layout/vList3"/>
    <dgm:cxn modelId="{6D22A0A2-BE2C-45F2-82A1-2DFD21F7A150}" type="presParOf" srcId="{5906F52F-BC81-4BCC-9A2B-3C39F6B6A2B1}" destId="{F7B22ED0-0E09-43F2-B90A-760D985B1BF5}" srcOrd="1" destOrd="0" presId="urn:microsoft.com/office/officeart/2005/8/layout/vList3"/>
    <dgm:cxn modelId="{DB196573-F703-4E86-834A-28CD96462F8A}" type="presParOf" srcId="{5906F52F-BC81-4BCC-9A2B-3C39F6B6A2B1}" destId="{CB3C9151-F59D-4D0E-82BE-ADA8F53A9552}" srcOrd="2" destOrd="0" presId="urn:microsoft.com/office/officeart/2005/8/layout/vList3"/>
    <dgm:cxn modelId="{54E868EB-501F-4322-90B8-B7E4655897A3}" type="presParOf" srcId="{CB3C9151-F59D-4D0E-82BE-ADA8F53A9552}" destId="{0E20A432-F92A-41D8-9B87-BB1C8964E1CA}" srcOrd="0" destOrd="0" presId="urn:microsoft.com/office/officeart/2005/8/layout/vList3"/>
    <dgm:cxn modelId="{899FD829-BF0A-4393-AA77-18CC2DFC4F27}" type="presParOf" srcId="{CB3C9151-F59D-4D0E-82BE-ADA8F53A9552}" destId="{A22B65D9-86DE-45B6-B5AF-52BD0379DB6A}" srcOrd="1" destOrd="0" presId="urn:microsoft.com/office/officeart/2005/8/layout/vList3"/>
    <dgm:cxn modelId="{907FE2A1-2E04-42F0-A3E6-4D4B62162EB0}" type="presParOf" srcId="{5906F52F-BC81-4BCC-9A2B-3C39F6B6A2B1}" destId="{41555FE6-9543-4E4A-AE5A-42399E78141A}" srcOrd="3" destOrd="0" presId="urn:microsoft.com/office/officeart/2005/8/layout/vList3"/>
    <dgm:cxn modelId="{098FE92E-9130-4459-BC9D-2084140B4E1B}" type="presParOf" srcId="{5906F52F-BC81-4BCC-9A2B-3C39F6B6A2B1}" destId="{EE781343-21AD-4023-A2FA-59906126EAD3}" srcOrd="4" destOrd="0" presId="urn:microsoft.com/office/officeart/2005/8/layout/vList3"/>
    <dgm:cxn modelId="{91FCA9B9-9EB1-4F4E-BD39-E207542D2980}" type="presParOf" srcId="{EE781343-21AD-4023-A2FA-59906126EAD3}" destId="{30B47665-F1B1-4765-B0AA-460AC01CC9B7}" srcOrd="0" destOrd="0" presId="urn:microsoft.com/office/officeart/2005/8/layout/vList3"/>
    <dgm:cxn modelId="{1DEBBFB0-8822-4BAD-9306-567E2AC89A70}" type="presParOf" srcId="{EE781343-21AD-4023-A2FA-59906126EAD3}" destId="{92EAED81-FF86-4E64-A0C1-EC3B197F72CF}" srcOrd="1" destOrd="0" presId="urn:microsoft.com/office/officeart/2005/8/layout/vList3"/>
    <dgm:cxn modelId="{8B1DBED2-E171-475B-AE63-8E66CF97EA39}" type="presParOf" srcId="{5906F52F-BC81-4BCC-9A2B-3C39F6B6A2B1}" destId="{B3670034-DE20-4391-A38C-56CDD20B5726}" srcOrd="5" destOrd="0" presId="urn:microsoft.com/office/officeart/2005/8/layout/vList3"/>
    <dgm:cxn modelId="{6FC54462-D3B9-426B-8B42-9B1912C69600}" type="presParOf" srcId="{5906F52F-BC81-4BCC-9A2B-3C39F6B6A2B1}" destId="{DDD1FF53-9266-48F1-B965-9F5A8DC02092}" srcOrd="6" destOrd="0" presId="urn:microsoft.com/office/officeart/2005/8/layout/vList3"/>
    <dgm:cxn modelId="{4892EC1A-8D76-41AD-AF40-840D39B0D757}" type="presParOf" srcId="{DDD1FF53-9266-48F1-B965-9F5A8DC02092}" destId="{C1F0D21D-F19B-4AD1-B32F-DB48CA87A98E}" srcOrd="0" destOrd="0" presId="urn:microsoft.com/office/officeart/2005/8/layout/vList3"/>
    <dgm:cxn modelId="{075C79BC-244C-405B-A112-144AB5489488}" type="presParOf" srcId="{DDD1FF53-9266-48F1-B965-9F5A8DC02092}" destId="{EF293486-6991-498E-9672-D62E401B25DB}" srcOrd="1" destOrd="0" presId="urn:microsoft.com/office/officeart/2005/8/layout/vList3"/>
    <dgm:cxn modelId="{A70208DC-DFA3-4E5E-B190-D19906AC9C4B}" type="presParOf" srcId="{5906F52F-BC81-4BCC-9A2B-3C39F6B6A2B1}" destId="{E3B43637-12F3-4BE7-8122-388A79BE24A5}" srcOrd="7" destOrd="0" presId="urn:microsoft.com/office/officeart/2005/8/layout/vList3"/>
    <dgm:cxn modelId="{8B19CA8A-D39C-491A-A586-8390864FD9EA}" type="presParOf" srcId="{5906F52F-BC81-4BCC-9A2B-3C39F6B6A2B1}" destId="{4DA41274-FC9B-4385-B4E0-AF10BF8B134A}" srcOrd="8" destOrd="0" presId="urn:microsoft.com/office/officeart/2005/8/layout/vList3"/>
    <dgm:cxn modelId="{95BCF3E9-6F18-499E-AF6A-AF11459D57B3}" type="presParOf" srcId="{4DA41274-FC9B-4385-B4E0-AF10BF8B134A}" destId="{7DBD9EEF-499C-4BC2-A1F5-6FD63884F62E}" srcOrd="0" destOrd="0" presId="urn:microsoft.com/office/officeart/2005/8/layout/vList3"/>
    <dgm:cxn modelId="{165F08C9-9BF5-42D3-A4E3-F383E7CE5E89}" type="presParOf" srcId="{4DA41274-FC9B-4385-B4E0-AF10BF8B134A}" destId="{A797089B-CF0B-40AA-ADE6-6F618AA7813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03C4554-CC46-46F1-8EB1-7F06962416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2327AA1-2AE2-4E3D-9D6F-A52528628926}">
      <dgm:prSet/>
      <dgm:spPr/>
      <dgm:t>
        <a:bodyPr/>
        <a:lstStyle/>
        <a:p>
          <a:pPr algn="ctr"/>
          <a:r>
            <a:rPr lang="en-GB" b="1" u="sng" baseline="0" dirty="0"/>
            <a:t>Correlation Insights</a:t>
          </a:r>
          <a:endParaRPr lang="en-IN" b="1" u="sng" dirty="0"/>
        </a:p>
      </dgm:t>
    </dgm:pt>
    <dgm:pt modelId="{21F6F0D6-3C11-4D99-BCF6-7886EBC710F7}" type="parTrans" cxnId="{FC3EEA93-6143-4C88-A54A-6710B4EE8C4D}">
      <dgm:prSet/>
      <dgm:spPr/>
      <dgm:t>
        <a:bodyPr/>
        <a:lstStyle/>
        <a:p>
          <a:endParaRPr lang="en-IN"/>
        </a:p>
      </dgm:t>
    </dgm:pt>
    <dgm:pt modelId="{4C404A29-C846-4F74-B378-DB0E6D9D8642}" type="sibTrans" cxnId="{FC3EEA93-6143-4C88-A54A-6710B4EE8C4D}">
      <dgm:prSet/>
      <dgm:spPr/>
      <dgm:t>
        <a:bodyPr/>
        <a:lstStyle/>
        <a:p>
          <a:endParaRPr lang="en-IN"/>
        </a:p>
      </dgm:t>
    </dgm:pt>
    <dgm:pt modelId="{FA76423C-F992-47D6-A167-30A9A822EBC8}">
      <dgm:prSet/>
      <dgm:spPr/>
      <dgm:t>
        <a:bodyPr/>
        <a:lstStyle/>
        <a:p>
          <a:r>
            <a:rPr lang="en-GB" b="1" baseline="0" dirty="0"/>
            <a:t>Key Findings:</a:t>
          </a:r>
          <a:endParaRPr lang="en-IN" dirty="0"/>
        </a:p>
      </dgm:t>
    </dgm:pt>
    <dgm:pt modelId="{0816CE97-6B7D-418D-8E8A-0B12D3D39BEF}" type="parTrans" cxnId="{1025A2A2-31F4-4706-9FD5-61913B9EA789}">
      <dgm:prSet/>
      <dgm:spPr/>
      <dgm:t>
        <a:bodyPr/>
        <a:lstStyle/>
        <a:p>
          <a:endParaRPr lang="en-IN"/>
        </a:p>
      </dgm:t>
    </dgm:pt>
    <dgm:pt modelId="{F4D3C2E1-385F-4758-8708-225B313286B7}" type="sibTrans" cxnId="{1025A2A2-31F4-4706-9FD5-61913B9EA789}">
      <dgm:prSet/>
      <dgm:spPr/>
      <dgm:t>
        <a:bodyPr/>
        <a:lstStyle/>
        <a:p>
          <a:endParaRPr lang="en-IN"/>
        </a:p>
      </dgm:t>
    </dgm:pt>
    <dgm:pt modelId="{031CBF08-98C4-444B-9E1F-30ECBCCE9340}">
      <dgm:prSet/>
      <dgm:spPr/>
      <dgm:t>
        <a:bodyPr/>
        <a:lstStyle/>
        <a:p>
          <a:r>
            <a:rPr lang="en-GB" baseline="0"/>
            <a:t>MonthlyCharges strongly correlated with churn</a:t>
          </a:r>
          <a:endParaRPr lang="en-IN"/>
        </a:p>
      </dgm:t>
    </dgm:pt>
    <dgm:pt modelId="{A69AE538-0052-4F40-B4FA-96540A88E0B0}" type="parTrans" cxnId="{8C256AA1-E3A2-49EA-8DF4-2B354C1BC0B4}">
      <dgm:prSet/>
      <dgm:spPr/>
      <dgm:t>
        <a:bodyPr/>
        <a:lstStyle/>
        <a:p>
          <a:endParaRPr lang="en-IN"/>
        </a:p>
      </dgm:t>
    </dgm:pt>
    <dgm:pt modelId="{463D0462-9B31-4CDF-A0A0-BB79C6D2F345}" type="sibTrans" cxnId="{8C256AA1-E3A2-49EA-8DF4-2B354C1BC0B4}">
      <dgm:prSet/>
      <dgm:spPr/>
      <dgm:t>
        <a:bodyPr/>
        <a:lstStyle/>
        <a:p>
          <a:endParaRPr lang="en-IN"/>
        </a:p>
      </dgm:t>
    </dgm:pt>
    <dgm:pt modelId="{3B8FEF81-897E-4BD8-83CF-5CAF37C31AC7}">
      <dgm:prSet/>
      <dgm:spPr/>
      <dgm:t>
        <a:bodyPr/>
        <a:lstStyle/>
        <a:p>
          <a:r>
            <a:rPr lang="en-GB" baseline="0"/>
            <a:t>Additional services reduce churn</a:t>
          </a:r>
          <a:endParaRPr lang="en-IN"/>
        </a:p>
      </dgm:t>
    </dgm:pt>
    <dgm:pt modelId="{31360BE2-7A2A-41D2-8E49-33E6E0521326}" type="parTrans" cxnId="{CCF4272A-8C64-4B4C-B181-D96ECBB4874D}">
      <dgm:prSet/>
      <dgm:spPr/>
      <dgm:t>
        <a:bodyPr/>
        <a:lstStyle/>
        <a:p>
          <a:endParaRPr lang="en-IN"/>
        </a:p>
      </dgm:t>
    </dgm:pt>
    <dgm:pt modelId="{817D0188-D343-4A3B-A1A0-8B68CFA910FF}" type="sibTrans" cxnId="{CCF4272A-8C64-4B4C-B181-D96ECBB4874D}">
      <dgm:prSet/>
      <dgm:spPr/>
      <dgm:t>
        <a:bodyPr/>
        <a:lstStyle/>
        <a:p>
          <a:endParaRPr lang="en-IN"/>
        </a:p>
      </dgm:t>
    </dgm:pt>
    <dgm:pt modelId="{D4FF7963-D908-409D-A4C9-9F854FDB2E77}">
      <dgm:prSet/>
      <dgm:spPr/>
      <dgm:t>
        <a:bodyPr/>
        <a:lstStyle/>
        <a:p>
          <a:r>
            <a:rPr lang="en-GB" baseline="0"/>
            <a:t>Tenure is a major churn factor</a:t>
          </a:r>
          <a:endParaRPr lang="en-IN"/>
        </a:p>
      </dgm:t>
    </dgm:pt>
    <dgm:pt modelId="{13232328-3B06-47B4-8B80-A3B22F4C4AC2}" type="parTrans" cxnId="{8CE0A677-CAFC-4787-A632-5A61677B2B61}">
      <dgm:prSet/>
      <dgm:spPr/>
      <dgm:t>
        <a:bodyPr/>
        <a:lstStyle/>
        <a:p>
          <a:endParaRPr lang="en-IN"/>
        </a:p>
      </dgm:t>
    </dgm:pt>
    <dgm:pt modelId="{E2DB3896-513A-481B-8560-EAC7B0863596}" type="sibTrans" cxnId="{8CE0A677-CAFC-4787-A632-5A61677B2B61}">
      <dgm:prSet/>
      <dgm:spPr/>
      <dgm:t>
        <a:bodyPr/>
        <a:lstStyle/>
        <a:p>
          <a:endParaRPr lang="en-IN"/>
        </a:p>
      </dgm:t>
    </dgm:pt>
    <dgm:pt modelId="{22ECF1A0-992E-4D84-A699-6834F0D91ABD}" type="pres">
      <dgm:prSet presAssocID="{703C4554-CC46-46F1-8EB1-7F069624168D}" presName="linear" presStyleCnt="0">
        <dgm:presLayoutVars>
          <dgm:animLvl val="lvl"/>
          <dgm:resizeHandles val="exact"/>
        </dgm:presLayoutVars>
      </dgm:prSet>
      <dgm:spPr/>
    </dgm:pt>
    <dgm:pt modelId="{0CFACF68-5305-4527-AE34-CE77A19E2AAB}" type="pres">
      <dgm:prSet presAssocID="{62327AA1-2AE2-4E3D-9D6F-A5252862892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48F6EBB-B94C-4577-8B33-ABFEE38C4546}" type="pres">
      <dgm:prSet presAssocID="{4C404A29-C846-4F74-B378-DB0E6D9D8642}" presName="spacer" presStyleCnt="0"/>
      <dgm:spPr/>
    </dgm:pt>
    <dgm:pt modelId="{1BF56B19-D17F-405B-9755-71B67E594D22}" type="pres">
      <dgm:prSet presAssocID="{FA76423C-F992-47D6-A167-30A9A822EBC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C20F8F7-4B4C-4F1A-91B3-9F3176F6BE9E}" type="pres">
      <dgm:prSet presAssocID="{F4D3C2E1-385F-4758-8708-225B313286B7}" presName="spacer" presStyleCnt="0"/>
      <dgm:spPr/>
    </dgm:pt>
    <dgm:pt modelId="{7E218E7A-41F3-4E52-8B3A-6E3F8896D29D}" type="pres">
      <dgm:prSet presAssocID="{031CBF08-98C4-444B-9E1F-30ECBCCE934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06A38E9-1849-412D-943E-809D9E443D93}" type="pres">
      <dgm:prSet presAssocID="{463D0462-9B31-4CDF-A0A0-BB79C6D2F345}" presName="spacer" presStyleCnt="0"/>
      <dgm:spPr/>
    </dgm:pt>
    <dgm:pt modelId="{037376FF-111D-47D6-BEAF-5F0B126C6359}" type="pres">
      <dgm:prSet presAssocID="{3B8FEF81-897E-4BD8-83CF-5CAF37C31AC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D0168A1-4BAF-497A-93A4-A2D8463DD3EA}" type="pres">
      <dgm:prSet presAssocID="{817D0188-D343-4A3B-A1A0-8B68CFA910FF}" presName="spacer" presStyleCnt="0"/>
      <dgm:spPr/>
    </dgm:pt>
    <dgm:pt modelId="{9A8DD362-74FA-473E-B81E-B3ECDD9BF66F}" type="pres">
      <dgm:prSet presAssocID="{D4FF7963-D908-409D-A4C9-9F854FDB2E7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CF4272A-8C64-4B4C-B181-D96ECBB4874D}" srcId="{703C4554-CC46-46F1-8EB1-7F069624168D}" destId="{3B8FEF81-897E-4BD8-83CF-5CAF37C31AC7}" srcOrd="3" destOrd="0" parTransId="{31360BE2-7A2A-41D2-8E49-33E6E0521326}" sibTransId="{817D0188-D343-4A3B-A1A0-8B68CFA910FF}"/>
    <dgm:cxn modelId="{086E812A-DD9D-450C-9303-A0D2F793926E}" type="presOf" srcId="{D4FF7963-D908-409D-A4C9-9F854FDB2E77}" destId="{9A8DD362-74FA-473E-B81E-B3ECDD9BF66F}" srcOrd="0" destOrd="0" presId="urn:microsoft.com/office/officeart/2005/8/layout/vList2"/>
    <dgm:cxn modelId="{F936C373-CBCB-449F-91B6-7F824FE9CC98}" type="presOf" srcId="{62327AA1-2AE2-4E3D-9D6F-A52528628926}" destId="{0CFACF68-5305-4527-AE34-CE77A19E2AAB}" srcOrd="0" destOrd="0" presId="urn:microsoft.com/office/officeart/2005/8/layout/vList2"/>
    <dgm:cxn modelId="{8CE0A677-CAFC-4787-A632-5A61677B2B61}" srcId="{703C4554-CC46-46F1-8EB1-7F069624168D}" destId="{D4FF7963-D908-409D-A4C9-9F854FDB2E77}" srcOrd="4" destOrd="0" parTransId="{13232328-3B06-47B4-8B80-A3B22F4C4AC2}" sibTransId="{E2DB3896-513A-481B-8560-EAC7B0863596}"/>
    <dgm:cxn modelId="{FC3EEA93-6143-4C88-A54A-6710B4EE8C4D}" srcId="{703C4554-CC46-46F1-8EB1-7F069624168D}" destId="{62327AA1-2AE2-4E3D-9D6F-A52528628926}" srcOrd="0" destOrd="0" parTransId="{21F6F0D6-3C11-4D99-BCF6-7886EBC710F7}" sibTransId="{4C404A29-C846-4F74-B378-DB0E6D9D8642}"/>
    <dgm:cxn modelId="{90B51997-220B-4130-A104-668BF379E5BA}" type="presOf" srcId="{FA76423C-F992-47D6-A167-30A9A822EBC8}" destId="{1BF56B19-D17F-405B-9755-71B67E594D22}" srcOrd="0" destOrd="0" presId="urn:microsoft.com/office/officeart/2005/8/layout/vList2"/>
    <dgm:cxn modelId="{AB55779A-8F39-4C56-B3C4-90887278BC15}" type="presOf" srcId="{3B8FEF81-897E-4BD8-83CF-5CAF37C31AC7}" destId="{037376FF-111D-47D6-BEAF-5F0B126C6359}" srcOrd="0" destOrd="0" presId="urn:microsoft.com/office/officeart/2005/8/layout/vList2"/>
    <dgm:cxn modelId="{3A44A29B-6E08-42D3-AD23-4B0491A31D7A}" type="presOf" srcId="{031CBF08-98C4-444B-9E1F-30ECBCCE9340}" destId="{7E218E7A-41F3-4E52-8B3A-6E3F8896D29D}" srcOrd="0" destOrd="0" presId="urn:microsoft.com/office/officeart/2005/8/layout/vList2"/>
    <dgm:cxn modelId="{8C256AA1-E3A2-49EA-8DF4-2B354C1BC0B4}" srcId="{703C4554-CC46-46F1-8EB1-7F069624168D}" destId="{031CBF08-98C4-444B-9E1F-30ECBCCE9340}" srcOrd="2" destOrd="0" parTransId="{A69AE538-0052-4F40-B4FA-96540A88E0B0}" sibTransId="{463D0462-9B31-4CDF-A0A0-BB79C6D2F345}"/>
    <dgm:cxn modelId="{1025A2A2-31F4-4706-9FD5-61913B9EA789}" srcId="{703C4554-CC46-46F1-8EB1-7F069624168D}" destId="{FA76423C-F992-47D6-A167-30A9A822EBC8}" srcOrd="1" destOrd="0" parTransId="{0816CE97-6B7D-418D-8E8A-0B12D3D39BEF}" sibTransId="{F4D3C2E1-385F-4758-8708-225B313286B7}"/>
    <dgm:cxn modelId="{EC38CCAC-671C-42EB-97A3-C94779A3019C}" type="presOf" srcId="{703C4554-CC46-46F1-8EB1-7F069624168D}" destId="{22ECF1A0-992E-4D84-A699-6834F0D91ABD}" srcOrd="0" destOrd="0" presId="urn:microsoft.com/office/officeart/2005/8/layout/vList2"/>
    <dgm:cxn modelId="{5DBB9874-D7F7-470D-9F4F-85B3A3F19466}" type="presParOf" srcId="{22ECF1A0-992E-4D84-A699-6834F0D91ABD}" destId="{0CFACF68-5305-4527-AE34-CE77A19E2AAB}" srcOrd="0" destOrd="0" presId="urn:microsoft.com/office/officeart/2005/8/layout/vList2"/>
    <dgm:cxn modelId="{178E7B8D-B488-4662-9B9B-C6DBD54D7E30}" type="presParOf" srcId="{22ECF1A0-992E-4D84-A699-6834F0D91ABD}" destId="{E48F6EBB-B94C-4577-8B33-ABFEE38C4546}" srcOrd="1" destOrd="0" presId="urn:microsoft.com/office/officeart/2005/8/layout/vList2"/>
    <dgm:cxn modelId="{9E4B0375-A92D-4DFA-BC06-6330FFCBB5F5}" type="presParOf" srcId="{22ECF1A0-992E-4D84-A699-6834F0D91ABD}" destId="{1BF56B19-D17F-405B-9755-71B67E594D22}" srcOrd="2" destOrd="0" presId="urn:microsoft.com/office/officeart/2005/8/layout/vList2"/>
    <dgm:cxn modelId="{2734D2F4-1328-46C2-B9D2-590F8C204889}" type="presParOf" srcId="{22ECF1A0-992E-4D84-A699-6834F0D91ABD}" destId="{6C20F8F7-4B4C-4F1A-91B3-9F3176F6BE9E}" srcOrd="3" destOrd="0" presId="urn:microsoft.com/office/officeart/2005/8/layout/vList2"/>
    <dgm:cxn modelId="{66B11160-CDE9-4036-9CCC-72451CB3462B}" type="presParOf" srcId="{22ECF1A0-992E-4D84-A699-6834F0D91ABD}" destId="{7E218E7A-41F3-4E52-8B3A-6E3F8896D29D}" srcOrd="4" destOrd="0" presId="urn:microsoft.com/office/officeart/2005/8/layout/vList2"/>
    <dgm:cxn modelId="{836D504F-902E-475B-8091-74EF5478F939}" type="presParOf" srcId="{22ECF1A0-992E-4D84-A699-6834F0D91ABD}" destId="{506A38E9-1849-412D-943E-809D9E443D93}" srcOrd="5" destOrd="0" presId="urn:microsoft.com/office/officeart/2005/8/layout/vList2"/>
    <dgm:cxn modelId="{875D4CFF-0BCA-4F14-9DBD-384BA1D2F517}" type="presParOf" srcId="{22ECF1A0-992E-4D84-A699-6834F0D91ABD}" destId="{037376FF-111D-47D6-BEAF-5F0B126C6359}" srcOrd="6" destOrd="0" presId="urn:microsoft.com/office/officeart/2005/8/layout/vList2"/>
    <dgm:cxn modelId="{337BC8EE-BFBC-4702-8DFF-FC6A5CD29125}" type="presParOf" srcId="{22ECF1A0-992E-4D84-A699-6834F0D91ABD}" destId="{BD0168A1-4BAF-497A-93A4-A2D8463DD3EA}" srcOrd="7" destOrd="0" presId="urn:microsoft.com/office/officeart/2005/8/layout/vList2"/>
    <dgm:cxn modelId="{3517DDD6-D965-410E-8494-C9B7F8BE3F13}" type="presParOf" srcId="{22ECF1A0-992E-4D84-A699-6834F0D91ABD}" destId="{9A8DD362-74FA-473E-B81E-B3ECDD9BF66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84712A4-4007-4099-A617-03EB303BAAD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985D547-F062-40E1-92A2-26654BDF0391}">
      <dgm:prSet/>
      <dgm:spPr/>
      <dgm:t>
        <a:bodyPr/>
        <a:lstStyle/>
        <a:p>
          <a:pPr algn="ctr"/>
          <a:r>
            <a:rPr lang="en-GB" b="1" u="sng" baseline="0" dirty="0"/>
            <a:t>Recommendations</a:t>
          </a:r>
          <a:endParaRPr lang="en-IN" u="sng" dirty="0"/>
        </a:p>
      </dgm:t>
    </dgm:pt>
    <dgm:pt modelId="{19655103-6113-4FE4-B437-A2AA1853B8B7}" type="parTrans" cxnId="{546A1B44-97EA-4773-947C-38DAF70049E8}">
      <dgm:prSet/>
      <dgm:spPr/>
      <dgm:t>
        <a:bodyPr/>
        <a:lstStyle/>
        <a:p>
          <a:endParaRPr lang="en-IN"/>
        </a:p>
      </dgm:t>
    </dgm:pt>
    <dgm:pt modelId="{2FFB2C6A-8296-4FA8-A5FF-B2C18C47F961}" type="sibTrans" cxnId="{546A1B44-97EA-4773-947C-38DAF70049E8}">
      <dgm:prSet/>
      <dgm:spPr/>
      <dgm:t>
        <a:bodyPr/>
        <a:lstStyle/>
        <a:p>
          <a:endParaRPr lang="en-IN"/>
        </a:p>
      </dgm:t>
    </dgm:pt>
    <dgm:pt modelId="{899E3538-8F7F-4BAE-A661-CA67668A4967}">
      <dgm:prSet/>
      <dgm:spPr/>
      <dgm:t>
        <a:bodyPr/>
        <a:lstStyle/>
        <a:p>
          <a:r>
            <a:rPr lang="en-GB" baseline="0"/>
            <a:t>Provide bundles that include OnlineSecurity + TechSupport</a:t>
          </a:r>
          <a:endParaRPr lang="en-IN"/>
        </a:p>
      </dgm:t>
    </dgm:pt>
    <dgm:pt modelId="{45EE189B-F467-49B9-842A-579C6CDE3560}" type="parTrans" cxnId="{929C62BC-9337-4402-957F-6D53BA6DFCB0}">
      <dgm:prSet/>
      <dgm:spPr/>
      <dgm:t>
        <a:bodyPr/>
        <a:lstStyle/>
        <a:p>
          <a:endParaRPr lang="en-IN"/>
        </a:p>
      </dgm:t>
    </dgm:pt>
    <dgm:pt modelId="{73B77515-9FE3-46BD-86ED-426F2AF1FA5B}" type="sibTrans" cxnId="{929C62BC-9337-4402-957F-6D53BA6DFCB0}">
      <dgm:prSet/>
      <dgm:spPr/>
      <dgm:t>
        <a:bodyPr/>
        <a:lstStyle/>
        <a:p>
          <a:endParaRPr lang="en-IN"/>
        </a:p>
      </dgm:t>
    </dgm:pt>
    <dgm:pt modelId="{DD810CF7-8EDF-4DA0-A10E-5C861E364CA3}">
      <dgm:prSet/>
      <dgm:spPr/>
      <dgm:t>
        <a:bodyPr/>
        <a:lstStyle/>
        <a:p>
          <a:r>
            <a:rPr lang="en-GB" baseline="0"/>
            <a:t>Offer discounts for high-charge customers</a:t>
          </a:r>
          <a:endParaRPr lang="en-IN"/>
        </a:p>
      </dgm:t>
    </dgm:pt>
    <dgm:pt modelId="{226B616E-AD1F-48A0-AD02-968DEA989BB3}" type="parTrans" cxnId="{7B085D75-DD39-4FC0-A4DB-3653D29D7076}">
      <dgm:prSet/>
      <dgm:spPr/>
      <dgm:t>
        <a:bodyPr/>
        <a:lstStyle/>
        <a:p>
          <a:endParaRPr lang="en-IN"/>
        </a:p>
      </dgm:t>
    </dgm:pt>
    <dgm:pt modelId="{DFE9F804-3B00-42AF-8874-2A596991CEFA}" type="sibTrans" cxnId="{7B085D75-DD39-4FC0-A4DB-3653D29D7076}">
      <dgm:prSet/>
      <dgm:spPr/>
      <dgm:t>
        <a:bodyPr/>
        <a:lstStyle/>
        <a:p>
          <a:endParaRPr lang="en-IN"/>
        </a:p>
      </dgm:t>
    </dgm:pt>
    <dgm:pt modelId="{882EBD62-90A1-40EA-8775-B416BA8122C0}">
      <dgm:prSet/>
      <dgm:spPr/>
      <dgm:t>
        <a:bodyPr/>
        <a:lstStyle/>
        <a:p>
          <a:r>
            <a:rPr lang="en-GB" baseline="0"/>
            <a:t>Retention strategy for new customers (1–3 month users)</a:t>
          </a:r>
          <a:endParaRPr lang="en-IN"/>
        </a:p>
      </dgm:t>
    </dgm:pt>
    <dgm:pt modelId="{896D9298-469F-4044-B990-804D3D7D001F}" type="parTrans" cxnId="{9D15686F-127C-4CB3-AC2A-B1467060676B}">
      <dgm:prSet/>
      <dgm:spPr/>
      <dgm:t>
        <a:bodyPr/>
        <a:lstStyle/>
        <a:p>
          <a:endParaRPr lang="en-IN"/>
        </a:p>
      </dgm:t>
    </dgm:pt>
    <dgm:pt modelId="{1BE475D0-B45A-4643-8465-89A30876D5E7}" type="sibTrans" cxnId="{9D15686F-127C-4CB3-AC2A-B1467060676B}">
      <dgm:prSet/>
      <dgm:spPr/>
      <dgm:t>
        <a:bodyPr/>
        <a:lstStyle/>
        <a:p>
          <a:endParaRPr lang="en-IN"/>
        </a:p>
      </dgm:t>
    </dgm:pt>
    <dgm:pt modelId="{AF0840DB-FE7E-4766-8F8E-01B90F6C7B90}">
      <dgm:prSet/>
      <dgm:spPr/>
      <dgm:t>
        <a:bodyPr/>
        <a:lstStyle/>
        <a:p>
          <a:r>
            <a:rPr lang="en-GB" baseline="0"/>
            <a:t>Improve Fiber Optic service experience</a:t>
          </a:r>
          <a:endParaRPr lang="en-IN"/>
        </a:p>
      </dgm:t>
    </dgm:pt>
    <dgm:pt modelId="{A8EF1D05-9C2D-4E82-8F5C-AAE2F1BA0172}" type="parTrans" cxnId="{22A784B4-169B-4503-875F-F5BC8CA286C3}">
      <dgm:prSet/>
      <dgm:spPr/>
      <dgm:t>
        <a:bodyPr/>
        <a:lstStyle/>
        <a:p>
          <a:endParaRPr lang="en-IN"/>
        </a:p>
      </dgm:t>
    </dgm:pt>
    <dgm:pt modelId="{49C33ADF-8BE5-4CD7-BAF4-275C3908247D}" type="sibTrans" cxnId="{22A784B4-169B-4503-875F-F5BC8CA286C3}">
      <dgm:prSet/>
      <dgm:spPr/>
      <dgm:t>
        <a:bodyPr/>
        <a:lstStyle/>
        <a:p>
          <a:endParaRPr lang="en-IN"/>
        </a:p>
      </dgm:t>
    </dgm:pt>
    <dgm:pt modelId="{48EBE7C7-F7DD-4AF6-8EB7-19CCFFF25FB5}" type="pres">
      <dgm:prSet presAssocID="{984712A4-4007-4099-A617-03EB303BAADC}" presName="linear" presStyleCnt="0">
        <dgm:presLayoutVars>
          <dgm:animLvl val="lvl"/>
          <dgm:resizeHandles val="exact"/>
        </dgm:presLayoutVars>
      </dgm:prSet>
      <dgm:spPr/>
    </dgm:pt>
    <dgm:pt modelId="{9EE233B3-2975-4F25-9C97-8FCB1AC30493}" type="pres">
      <dgm:prSet presAssocID="{0985D547-F062-40E1-92A2-26654BDF039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142DB97-4823-4800-AC64-0D51BF81CA16}" type="pres">
      <dgm:prSet presAssocID="{2FFB2C6A-8296-4FA8-A5FF-B2C18C47F961}" presName="spacer" presStyleCnt="0"/>
      <dgm:spPr/>
    </dgm:pt>
    <dgm:pt modelId="{A9A58603-9B20-45CD-8F68-4E357726EB58}" type="pres">
      <dgm:prSet presAssocID="{899E3538-8F7F-4BAE-A661-CA67668A496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CF21568-0A20-4DEF-AEEB-6F2403269906}" type="pres">
      <dgm:prSet presAssocID="{73B77515-9FE3-46BD-86ED-426F2AF1FA5B}" presName="spacer" presStyleCnt="0"/>
      <dgm:spPr/>
    </dgm:pt>
    <dgm:pt modelId="{A81C47B6-311B-4AD1-9721-DCC119439246}" type="pres">
      <dgm:prSet presAssocID="{DD810CF7-8EDF-4DA0-A10E-5C861E364CA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ADC9128-AC18-4A96-B3AF-2D990E5772BE}" type="pres">
      <dgm:prSet presAssocID="{DFE9F804-3B00-42AF-8874-2A596991CEFA}" presName="spacer" presStyleCnt="0"/>
      <dgm:spPr/>
    </dgm:pt>
    <dgm:pt modelId="{C4134C33-7FAC-425F-814D-CA09D1246040}" type="pres">
      <dgm:prSet presAssocID="{882EBD62-90A1-40EA-8775-B416BA8122C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D8069E6-A98C-478F-8350-F5343D845143}" type="pres">
      <dgm:prSet presAssocID="{1BE475D0-B45A-4643-8465-89A30876D5E7}" presName="spacer" presStyleCnt="0"/>
      <dgm:spPr/>
    </dgm:pt>
    <dgm:pt modelId="{269080EE-819F-4EDA-A563-4285EE53D3A5}" type="pres">
      <dgm:prSet presAssocID="{AF0840DB-FE7E-4766-8F8E-01B90F6C7B9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5F12801-184A-422C-9317-D68287315589}" type="presOf" srcId="{882EBD62-90A1-40EA-8775-B416BA8122C0}" destId="{C4134C33-7FAC-425F-814D-CA09D1246040}" srcOrd="0" destOrd="0" presId="urn:microsoft.com/office/officeart/2005/8/layout/vList2"/>
    <dgm:cxn modelId="{64CBA719-09BC-47DE-8205-18E18B4222D0}" type="presOf" srcId="{DD810CF7-8EDF-4DA0-A10E-5C861E364CA3}" destId="{A81C47B6-311B-4AD1-9721-DCC119439246}" srcOrd="0" destOrd="0" presId="urn:microsoft.com/office/officeart/2005/8/layout/vList2"/>
    <dgm:cxn modelId="{546A1B44-97EA-4773-947C-38DAF70049E8}" srcId="{984712A4-4007-4099-A617-03EB303BAADC}" destId="{0985D547-F062-40E1-92A2-26654BDF0391}" srcOrd="0" destOrd="0" parTransId="{19655103-6113-4FE4-B437-A2AA1853B8B7}" sibTransId="{2FFB2C6A-8296-4FA8-A5FF-B2C18C47F961}"/>
    <dgm:cxn modelId="{9D15686F-127C-4CB3-AC2A-B1467060676B}" srcId="{984712A4-4007-4099-A617-03EB303BAADC}" destId="{882EBD62-90A1-40EA-8775-B416BA8122C0}" srcOrd="3" destOrd="0" parTransId="{896D9298-469F-4044-B990-804D3D7D001F}" sibTransId="{1BE475D0-B45A-4643-8465-89A30876D5E7}"/>
    <dgm:cxn modelId="{7B085D75-DD39-4FC0-A4DB-3653D29D7076}" srcId="{984712A4-4007-4099-A617-03EB303BAADC}" destId="{DD810CF7-8EDF-4DA0-A10E-5C861E364CA3}" srcOrd="2" destOrd="0" parTransId="{226B616E-AD1F-48A0-AD02-968DEA989BB3}" sibTransId="{DFE9F804-3B00-42AF-8874-2A596991CEFA}"/>
    <dgm:cxn modelId="{4AD10181-1DA1-4083-B421-AC4ABE85C658}" type="presOf" srcId="{984712A4-4007-4099-A617-03EB303BAADC}" destId="{48EBE7C7-F7DD-4AF6-8EB7-19CCFFF25FB5}" srcOrd="0" destOrd="0" presId="urn:microsoft.com/office/officeart/2005/8/layout/vList2"/>
    <dgm:cxn modelId="{C8F91191-8FB6-44D7-B75E-1C9203066328}" type="presOf" srcId="{899E3538-8F7F-4BAE-A661-CA67668A4967}" destId="{A9A58603-9B20-45CD-8F68-4E357726EB58}" srcOrd="0" destOrd="0" presId="urn:microsoft.com/office/officeart/2005/8/layout/vList2"/>
    <dgm:cxn modelId="{A1C2CFB3-B577-44FA-9E27-1798C1CEF610}" type="presOf" srcId="{0985D547-F062-40E1-92A2-26654BDF0391}" destId="{9EE233B3-2975-4F25-9C97-8FCB1AC30493}" srcOrd="0" destOrd="0" presId="urn:microsoft.com/office/officeart/2005/8/layout/vList2"/>
    <dgm:cxn modelId="{22A784B4-169B-4503-875F-F5BC8CA286C3}" srcId="{984712A4-4007-4099-A617-03EB303BAADC}" destId="{AF0840DB-FE7E-4766-8F8E-01B90F6C7B90}" srcOrd="4" destOrd="0" parTransId="{A8EF1D05-9C2D-4E82-8F5C-AAE2F1BA0172}" sibTransId="{49C33ADF-8BE5-4CD7-BAF4-275C3908247D}"/>
    <dgm:cxn modelId="{929C62BC-9337-4402-957F-6D53BA6DFCB0}" srcId="{984712A4-4007-4099-A617-03EB303BAADC}" destId="{899E3538-8F7F-4BAE-A661-CA67668A4967}" srcOrd="1" destOrd="0" parTransId="{45EE189B-F467-49B9-842A-579C6CDE3560}" sibTransId="{73B77515-9FE3-46BD-86ED-426F2AF1FA5B}"/>
    <dgm:cxn modelId="{9CED6DC2-8183-4CA2-81A8-9CF953AB7A5F}" type="presOf" srcId="{AF0840DB-FE7E-4766-8F8E-01B90F6C7B90}" destId="{269080EE-819F-4EDA-A563-4285EE53D3A5}" srcOrd="0" destOrd="0" presId="urn:microsoft.com/office/officeart/2005/8/layout/vList2"/>
    <dgm:cxn modelId="{799B4617-8B3E-460C-A9E3-09B52031D2C4}" type="presParOf" srcId="{48EBE7C7-F7DD-4AF6-8EB7-19CCFFF25FB5}" destId="{9EE233B3-2975-4F25-9C97-8FCB1AC30493}" srcOrd="0" destOrd="0" presId="urn:microsoft.com/office/officeart/2005/8/layout/vList2"/>
    <dgm:cxn modelId="{FD22CCB5-8276-4F89-A63A-A5C357D86A9A}" type="presParOf" srcId="{48EBE7C7-F7DD-4AF6-8EB7-19CCFFF25FB5}" destId="{3142DB97-4823-4800-AC64-0D51BF81CA16}" srcOrd="1" destOrd="0" presId="urn:microsoft.com/office/officeart/2005/8/layout/vList2"/>
    <dgm:cxn modelId="{70EAC3DA-BB58-45DF-8138-41770017C157}" type="presParOf" srcId="{48EBE7C7-F7DD-4AF6-8EB7-19CCFFF25FB5}" destId="{A9A58603-9B20-45CD-8F68-4E357726EB58}" srcOrd="2" destOrd="0" presId="urn:microsoft.com/office/officeart/2005/8/layout/vList2"/>
    <dgm:cxn modelId="{A1F1070C-F6A0-4033-BB2C-F6FA78E81217}" type="presParOf" srcId="{48EBE7C7-F7DD-4AF6-8EB7-19CCFFF25FB5}" destId="{3CF21568-0A20-4DEF-AEEB-6F2403269906}" srcOrd="3" destOrd="0" presId="urn:microsoft.com/office/officeart/2005/8/layout/vList2"/>
    <dgm:cxn modelId="{50F1532E-6191-476B-8D7B-25A9FE46C6E6}" type="presParOf" srcId="{48EBE7C7-F7DD-4AF6-8EB7-19CCFFF25FB5}" destId="{A81C47B6-311B-4AD1-9721-DCC119439246}" srcOrd="4" destOrd="0" presId="urn:microsoft.com/office/officeart/2005/8/layout/vList2"/>
    <dgm:cxn modelId="{45A0792B-BAEE-4864-B2BB-8B4DA41A7C40}" type="presParOf" srcId="{48EBE7C7-F7DD-4AF6-8EB7-19CCFFF25FB5}" destId="{0ADC9128-AC18-4A96-B3AF-2D990E5772BE}" srcOrd="5" destOrd="0" presId="urn:microsoft.com/office/officeart/2005/8/layout/vList2"/>
    <dgm:cxn modelId="{CCF5D11C-934A-45A0-9635-B3A89835D510}" type="presParOf" srcId="{48EBE7C7-F7DD-4AF6-8EB7-19CCFFF25FB5}" destId="{C4134C33-7FAC-425F-814D-CA09D1246040}" srcOrd="6" destOrd="0" presId="urn:microsoft.com/office/officeart/2005/8/layout/vList2"/>
    <dgm:cxn modelId="{BBF37C44-BBB8-4EFE-8844-959978668860}" type="presParOf" srcId="{48EBE7C7-F7DD-4AF6-8EB7-19CCFFF25FB5}" destId="{AD8069E6-A98C-478F-8350-F5343D845143}" srcOrd="7" destOrd="0" presId="urn:microsoft.com/office/officeart/2005/8/layout/vList2"/>
    <dgm:cxn modelId="{D5EAD3BA-E486-4CE6-B8DB-B7B3DAB79B91}" type="presParOf" srcId="{48EBE7C7-F7DD-4AF6-8EB7-19CCFFF25FB5}" destId="{269080EE-819F-4EDA-A563-4285EE53D3A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5F1A84C-A65E-4EB6-A0C4-F322F90BDA3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E9D60A7-38BF-4604-969A-BA5146BD1ADC}">
      <dgm:prSet custT="1"/>
      <dgm:spPr/>
      <dgm:t>
        <a:bodyPr/>
        <a:lstStyle/>
        <a:p>
          <a:r>
            <a:rPr lang="en-GB" sz="4400" b="1" u="sng" baseline="0" dirty="0"/>
            <a:t>Conclusion</a:t>
          </a:r>
          <a:endParaRPr lang="en-IN" sz="1800" u="sng" dirty="0"/>
        </a:p>
      </dgm:t>
    </dgm:pt>
    <dgm:pt modelId="{19B700D4-025D-475C-A32D-1836B5ECC519}" type="parTrans" cxnId="{6F26BBBC-6C52-491D-B385-385F989A69F4}">
      <dgm:prSet/>
      <dgm:spPr/>
      <dgm:t>
        <a:bodyPr/>
        <a:lstStyle/>
        <a:p>
          <a:endParaRPr lang="en-IN"/>
        </a:p>
      </dgm:t>
    </dgm:pt>
    <dgm:pt modelId="{B232D022-A97C-4D4C-8ED1-1DF28853828E}" type="sibTrans" cxnId="{6F26BBBC-6C52-491D-B385-385F989A69F4}">
      <dgm:prSet/>
      <dgm:spPr/>
      <dgm:t>
        <a:bodyPr/>
        <a:lstStyle/>
        <a:p>
          <a:endParaRPr lang="en-IN"/>
        </a:p>
      </dgm:t>
    </dgm:pt>
    <dgm:pt modelId="{C5A58CC6-4D70-4EFC-AE34-BCF008419448}">
      <dgm:prSet/>
      <dgm:spPr/>
      <dgm:t>
        <a:bodyPr/>
        <a:lstStyle/>
        <a:p>
          <a:r>
            <a:rPr lang="en-GB" baseline="0"/>
            <a:t>This analysis highlights the main factors driving customer churn.</a:t>
          </a:r>
          <a:br>
            <a:rPr lang="en-GB" baseline="0"/>
          </a:br>
          <a:r>
            <a:rPr lang="en-GB" baseline="0"/>
            <a:t>Understanding customer behaviour helps companies:</a:t>
          </a:r>
          <a:endParaRPr lang="en-IN"/>
        </a:p>
      </dgm:t>
    </dgm:pt>
    <dgm:pt modelId="{B816DCE7-7FD2-4C9E-8BD8-36760BF43964}" type="parTrans" cxnId="{31A72ABB-1400-499E-BDD2-D49B2F6B0ECA}">
      <dgm:prSet/>
      <dgm:spPr/>
      <dgm:t>
        <a:bodyPr/>
        <a:lstStyle/>
        <a:p>
          <a:endParaRPr lang="en-IN"/>
        </a:p>
      </dgm:t>
    </dgm:pt>
    <dgm:pt modelId="{3236B394-657D-4BA5-B87B-92A602EEC94B}" type="sibTrans" cxnId="{31A72ABB-1400-499E-BDD2-D49B2F6B0ECA}">
      <dgm:prSet/>
      <dgm:spPr/>
      <dgm:t>
        <a:bodyPr/>
        <a:lstStyle/>
        <a:p>
          <a:endParaRPr lang="en-IN"/>
        </a:p>
      </dgm:t>
    </dgm:pt>
    <dgm:pt modelId="{73B32A08-69BA-4835-B0C7-F29A5819D331}">
      <dgm:prSet/>
      <dgm:spPr/>
      <dgm:t>
        <a:bodyPr/>
        <a:lstStyle/>
        <a:p>
          <a:r>
            <a:rPr lang="en-GB" baseline="0"/>
            <a:t>Reduce churn</a:t>
          </a:r>
          <a:endParaRPr lang="en-IN"/>
        </a:p>
      </dgm:t>
    </dgm:pt>
    <dgm:pt modelId="{E4138039-C44F-482B-A1A5-F4862428E4AE}" type="parTrans" cxnId="{7D98653D-EFF4-491E-B019-1AE27365ECB3}">
      <dgm:prSet/>
      <dgm:spPr/>
      <dgm:t>
        <a:bodyPr/>
        <a:lstStyle/>
        <a:p>
          <a:endParaRPr lang="en-IN"/>
        </a:p>
      </dgm:t>
    </dgm:pt>
    <dgm:pt modelId="{EDAB3A92-6E33-4C24-8694-1DDCB23346B4}" type="sibTrans" cxnId="{7D98653D-EFF4-491E-B019-1AE27365ECB3}">
      <dgm:prSet/>
      <dgm:spPr/>
      <dgm:t>
        <a:bodyPr/>
        <a:lstStyle/>
        <a:p>
          <a:endParaRPr lang="en-IN"/>
        </a:p>
      </dgm:t>
    </dgm:pt>
    <dgm:pt modelId="{A36B3F1C-6697-4229-B793-9DB3AD4B97FF}">
      <dgm:prSet/>
      <dgm:spPr/>
      <dgm:t>
        <a:bodyPr/>
        <a:lstStyle/>
        <a:p>
          <a:r>
            <a:rPr lang="en-GB" baseline="0"/>
            <a:t>Improve service offerings</a:t>
          </a:r>
          <a:endParaRPr lang="en-IN"/>
        </a:p>
      </dgm:t>
    </dgm:pt>
    <dgm:pt modelId="{5C42016F-E982-422E-BF4A-F7F896D4927C}" type="parTrans" cxnId="{369273BB-07EB-463E-B99E-B0809FEE23F5}">
      <dgm:prSet/>
      <dgm:spPr/>
      <dgm:t>
        <a:bodyPr/>
        <a:lstStyle/>
        <a:p>
          <a:endParaRPr lang="en-IN"/>
        </a:p>
      </dgm:t>
    </dgm:pt>
    <dgm:pt modelId="{73F276A2-DC86-42B7-BF29-7D71E0750E75}" type="sibTrans" cxnId="{369273BB-07EB-463E-B99E-B0809FEE23F5}">
      <dgm:prSet/>
      <dgm:spPr/>
      <dgm:t>
        <a:bodyPr/>
        <a:lstStyle/>
        <a:p>
          <a:endParaRPr lang="en-IN"/>
        </a:p>
      </dgm:t>
    </dgm:pt>
    <dgm:pt modelId="{877C77A7-C43F-45BD-86E0-E166BFA545F0}">
      <dgm:prSet/>
      <dgm:spPr/>
      <dgm:t>
        <a:bodyPr/>
        <a:lstStyle/>
        <a:p>
          <a:r>
            <a:rPr lang="en-GB" baseline="0"/>
            <a:t>Increase customer satisfaction</a:t>
          </a:r>
          <a:endParaRPr lang="en-IN"/>
        </a:p>
      </dgm:t>
    </dgm:pt>
    <dgm:pt modelId="{B5F70B9C-CCDC-4557-94B9-FED7A8301CAB}" type="parTrans" cxnId="{2D15C991-D6C2-48B7-89F3-6164B4046A51}">
      <dgm:prSet/>
      <dgm:spPr/>
      <dgm:t>
        <a:bodyPr/>
        <a:lstStyle/>
        <a:p>
          <a:endParaRPr lang="en-IN"/>
        </a:p>
      </dgm:t>
    </dgm:pt>
    <dgm:pt modelId="{ECFCFF47-A0DB-4996-90CF-3715382FE6FE}" type="sibTrans" cxnId="{2D15C991-D6C2-48B7-89F3-6164B4046A51}">
      <dgm:prSet/>
      <dgm:spPr/>
      <dgm:t>
        <a:bodyPr/>
        <a:lstStyle/>
        <a:p>
          <a:endParaRPr lang="en-IN"/>
        </a:p>
      </dgm:t>
    </dgm:pt>
    <dgm:pt modelId="{5BE6E463-658F-4DC2-814D-A866EE8FAD77}" type="pres">
      <dgm:prSet presAssocID="{D5F1A84C-A65E-4EB6-A0C4-F322F90BDA38}" presName="Name0" presStyleCnt="0">
        <dgm:presLayoutVars>
          <dgm:dir/>
          <dgm:animLvl val="lvl"/>
          <dgm:resizeHandles val="exact"/>
        </dgm:presLayoutVars>
      </dgm:prSet>
      <dgm:spPr/>
    </dgm:pt>
    <dgm:pt modelId="{61915B5C-B9D4-4416-8DDF-CC52B697B531}" type="pres">
      <dgm:prSet presAssocID="{2E9D60A7-38BF-4604-969A-BA5146BD1ADC}" presName="linNode" presStyleCnt="0"/>
      <dgm:spPr/>
    </dgm:pt>
    <dgm:pt modelId="{AC0F4967-C4EA-4E61-B03F-28F59084FBB4}" type="pres">
      <dgm:prSet presAssocID="{2E9D60A7-38BF-4604-969A-BA5146BD1ADC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9C3E2C82-BF92-43ED-9CA6-58B052674A0A}" type="pres">
      <dgm:prSet presAssocID="{B232D022-A97C-4D4C-8ED1-1DF28853828E}" presName="sp" presStyleCnt="0"/>
      <dgm:spPr/>
    </dgm:pt>
    <dgm:pt modelId="{E1E04392-2EA2-46B9-B4BD-C498A20AF724}" type="pres">
      <dgm:prSet presAssocID="{C5A58CC6-4D70-4EFC-AE34-BCF008419448}" presName="linNode" presStyleCnt="0"/>
      <dgm:spPr/>
    </dgm:pt>
    <dgm:pt modelId="{CA0B43B4-D023-4AE3-9EDC-5038DBCC74DD}" type="pres">
      <dgm:prSet presAssocID="{C5A58CC6-4D70-4EFC-AE34-BCF008419448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B5AB64B1-F68E-4560-887B-E02194CF3A77}" type="pres">
      <dgm:prSet presAssocID="{3236B394-657D-4BA5-B87B-92A602EEC94B}" presName="sp" presStyleCnt="0"/>
      <dgm:spPr/>
    </dgm:pt>
    <dgm:pt modelId="{59F31745-123C-45FD-9E7E-658D52B11BCD}" type="pres">
      <dgm:prSet presAssocID="{73B32A08-69BA-4835-B0C7-F29A5819D331}" presName="linNode" presStyleCnt="0"/>
      <dgm:spPr/>
    </dgm:pt>
    <dgm:pt modelId="{DF782D0F-386F-4445-BE7D-8E916D38F927}" type="pres">
      <dgm:prSet presAssocID="{73B32A08-69BA-4835-B0C7-F29A5819D331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B3661F9A-494E-4C44-AF62-BBA9355F00B7}" type="pres">
      <dgm:prSet presAssocID="{EDAB3A92-6E33-4C24-8694-1DDCB23346B4}" presName="sp" presStyleCnt="0"/>
      <dgm:spPr/>
    </dgm:pt>
    <dgm:pt modelId="{F0916952-AD01-40B8-9A85-136814F88F47}" type="pres">
      <dgm:prSet presAssocID="{A36B3F1C-6697-4229-B793-9DB3AD4B97FF}" presName="linNode" presStyleCnt="0"/>
      <dgm:spPr/>
    </dgm:pt>
    <dgm:pt modelId="{71257FE2-872C-493F-9B89-FCB175FB4F14}" type="pres">
      <dgm:prSet presAssocID="{A36B3F1C-6697-4229-B793-9DB3AD4B97FF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123268BA-2218-40DB-83A5-B1A19427F036}" type="pres">
      <dgm:prSet presAssocID="{73F276A2-DC86-42B7-BF29-7D71E0750E75}" presName="sp" presStyleCnt="0"/>
      <dgm:spPr/>
    </dgm:pt>
    <dgm:pt modelId="{A683FEA1-71F5-485D-9927-250CFB25F616}" type="pres">
      <dgm:prSet presAssocID="{877C77A7-C43F-45BD-86E0-E166BFA545F0}" presName="linNode" presStyleCnt="0"/>
      <dgm:spPr/>
    </dgm:pt>
    <dgm:pt modelId="{D5FD288F-EE38-42D3-BDD0-13E4CF35325B}" type="pres">
      <dgm:prSet presAssocID="{877C77A7-C43F-45BD-86E0-E166BFA545F0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FE891007-B2A5-4EFB-A556-A570136972E9}" type="presOf" srcId="{877C77A7-C43F-45BD-86E0-E166BFA545F0}" destId="{D5FD288F-EE38-42D3-BDD0-13E4CF35325B}" srcOrd="0" destOrd="0" presId="urn:microsoft.com/office/officeart/2005/8/layout/vList5"/>
    <dgm:cxn modelId="{089D9812-1E8C-4C44-9D9E-048FC07D81FC}" type="presOf" srcId="{2E9D60A7-38BF-4604-969A-BA5146BD1ADC}" destId="{AC0F4967-C4EA-4E61-B03F-28F59084FBB4}" srcOrd="0" destOrd="0" presId="urn:microsoft.com/office/officeart/2005/8/layout/vList5"/>
    <dgm:cxn modelId="{3C465920-D11A-40A8-9E1A-E19364765442}" type="presOf" srcId="{D5F1A84C-A65E-4EB6-A0C4-F322F90BDA38}" destId="{5BE6E463-658F-4DC2-814D-A866EE8FAD77}" srcOrd="0" destOrd="0" presId="urn:microsoft.com/office/officeart/2005/8/layout/vList5"/>
    <dgm:cxn modelId="{3B33FC30-897F-419C-ABAA-96650CC2850A}" type="presOf" srcId="{C5A58CC6-4D70-4EFC-AE34-BCF008419448}" destId="{CA0B43B4-D023-4AE3-9EDC-5038DBCC74DD}" srcOrd="0" destOrd="0" presId="urn:microsoft.com/office/officeart/2005/8/layout/vList5"/>
    <dgm:cxn modelId="{7D98653D-EFF4-491E-B019-1AE27365ECB3}" srcId="{D5F1A84C-A65E-4EB6-A0C4-F322F90BDA38}" destId="{73B32A08-69BA-4835-B0C7-F29A5819D331}" srcOrd="2" destOrd="0" parTransId="{E4138039-C44F-482B-A1A5-F4862428E4AE}" sibTransId="{EDAB3A92-6E33-4C24-8694-1DDCB23346B4}"/>
    <dgm:cxn modelId="{2D15C991-D6C2-48B7-89F3-6164B4046A51}" srcId="{D5F1A84C-A65E-4EB6-A0C4-F322F90BDA38}" destId="{877C77A7-C43F-45BD-86E0-E166BFA545F0}" srcOrd="4" destOrd="0" parTransId="{B5F70B9C-CCDC-4557-94B9-FED7A8301CAB}" sibTransId="{ECFCFF47-A0DB-4996-90CF-3715382FE6FE}"/>
    <dgm:cxn modelId="{C404CFB8-0D41-4DB8-B586-7D88CA29AE1F}" type="presOf" srcId="{73B32A08-69BA-4835-B0C7-F29A5819D331}" destId="{DF782D0F-386F-4445-BE7D-8E916D38F927}" srcOrd="0" destOrd="0" presId="urn:microsoft.com/office/officeart/2005/8/layout/vList5"/>
    <dgm:cxn modelId="{31A72ABB-1400-499E-BDD2-D49B2F6B0ECA}" srcId="{D5F1A84C-A65E-4EB6-A0C4-F322F90BDA38}" destId="{C5A58CC6-4D70-4EFC-AE34-BCF008419448}" srcOrd="1" destOrd="0" parTransId="{B816DCE7-7FD2-4C9E-8BD8-36760BF43964}" sibTransId="{3236B394-657D-4BA5-B87B-92A602EEC94B}"/>
    <dgm:cxn modelId="{369273BB-07EB-463E-B99E-B0809FEE23F5}" srcId="{D5F1A84C-A65E-4EB6-A0C4-F322F90BDA38}" destId="{A36B3F1C-6697-4229-B793-9DB3AD4B97FF}" srcOrd="3" destOrd="0" parTransId="{5C42016F-E982-422E-BF4A-F7F896D4927C}" sibTransId="{73F276A2-DC86-42B7-BF29-7D71E0750E75}"/>
    <dgm:cxn modelId="{6F26BBBC-6C52-491D-B385-385F989A69F4}" srcId="{D5F1A84C-A65E-4EB6-A0C4-F322F90BDA38}" destId="{2E9D60A7-38BF-4604-969A-BA5146BD1ADC}" srcOrd="0" destOrd="0" parTransId="{19B700D4-025D-475C-A32D-1836B5ECC519}" sibTransId="{B232D022-A97C-4D4C-8ED1-1DF28853828E}"/>
    <dgm:cxn modelId="{7B8E4AE3-F868-4369-837C-BB1B6A209246}" type="presOf" srcId="{A36B3F1C-6697-4229-B793-9DB3AD4B97FF}" destId="{71257FE2-872C-493F-9B89-FCB175FB4F14}" srcOrd="0" destOrd="0" presId="urn:microsoft.com/office/officeart/2005/8/layout/vList5"/>
    <dgm:cxn modelId="{7A486478-1238-4111-A984-1ECB31116E01}" type="presParOf" srcId="{5BE6E463-658F-4DC2-814D-A866EE8FAD77}" destId="{61915B5C-B9D4-4416-8DDF-CC52B697B531}" srcOrd="0" destOrd="0" presId="urn:microsoft.com/office/officeart/2005/8/layout/vList5"/>
    <dgm:cxn modelId="{5FE26885-0C4F-4068-819F-5E42137C96CB}" type="presParOf" srcId="{61915B5C-B9D4-4416-8DDF-CC52B697B531}" destId="{AC0F4967-C4EA-4E61-B03F-28F59084FBB4}" srcOrd="0" destOrd="0" presId="urn:microsoft.com/office/officeart/2005/8/layout/vList5"/>
    <dgm:cxn modelId="{224A80A5-72CB-45F8-A770-6FC348EF2DAF}" type="presParOf" srcId="{5BE6E463-658F-4DC2-814D-A866EE8FAD77}" destId="{9C3E2C82-BF92-43ED-9CA6-58B052674A0A}" srcOrd="1" destOrd="0" presId="urn:microsoft.com/office/officeart/2005/8/layout/vList5"/>
    <dgm:cxn modelId="{3578BCCF-B575-400F-9623-9662DF9586AC}" type="presParOf" srcId="{5BE6E463-658F-4DC2-814D-A866EE8FAD77}" destId="{E1E04392-2EA2-46B9-B4BD-C498A20AF724}" srcOrd="2" destOrd="0" presId="urn:microsoft.com/office/officeart/2005/8/layout/vList5"/>
    <dgm:cxn modelId="{F6D7EC4F-3DB5-4CD3-9575-8DBD541B2802}" type="presParOf" srcId="{E1E04392-2EA2-46B9-B4BD-C498A20AF724}" destId="{CA0B43B4-D023-4AE3-9EDC-5038DBCC74DD}" srcOrd="0" destOrd="0" presId="urn:microsoft.com/office/officeart/2005/8/layout/vList5"/>
    <dgm:cxn modelId="{F67D9B7A-7337-404C-9868-0104C5339866}" type="presParOf" srcId="{5BE6E463-658F-4DC2-814D-A866EE8FAD77}" destId="{B5AB64B1-F68E-4560-887B-E02194CF3A77}" srcOrd="3" destOrd="0" presId="urn:microsoft.com/office/officeart/2005/8/layout/vList5"/>
    <dgm:cxn modelId="{2F5509B7-FDD5-4189-9730-05865C6DB0B2}" type="presParOf" srcId="{5BE6E463-658F-4DC2-814D-A866EE8FAD77}" destId="{59F31745-123C-45FD-9E7E-658D52B11BCD}" srcOrd="4" destOrd="0" presId="urn:microsoft.com/office/officeart/2005/8/layout/vList5"/>
    <dgm:cxn modelId="{B2BA8AEC-5B1C-4F7D-910F-D8EF8F3C7D1F}" type="presParOf" srcId="{59F31745-123C-45FD-9E7E-658D52B11BCD}" destId="{DF782D0F-386F-4445-BE7D-8E916D38F927}" srcOrd="0" destOrd="0" presId="urn:microsoft.com/office/officeart/2005/8/layout/vList5"/>
    <dgm:cxn modelId="{DFA365AC-1D8C-42F5-9014-22DCA5882813}" type="presParOf" srcId="{5BE6E463-658F-4DC2-814D-A866EE8FAD77}" destId="{B3661F9A-494E-4C44-AF62-BBA9355F00B7}" srcOrd="5" destOrd="0" presId="urn:microsoft.com/office/officeart/2005/8/layout/vList5"/>
    <dgm:cxn modelId="{F21434ED-CA8A-4126-B5BE-D804D8F43E53}" type="presParOf" srcId="{5BE6E463-658F-4DC2-814D-A866EE8FAD77}" destId="{F0916952-AD01-40B8-9A85-136814F88F47}" srcOrd="6" destOrd="0" presId="urn:microsoft.com/office/officeart/2005/8/layout/vList5"/>
    <dgm:cxn modelId="{0E7A7E77-D002-42A2-ADC9-D53758EC8714}" type="presParOf" srcId="{F0916952-AD01-40B8-9A85-136814F88F47}" destId="{71257FE2-872C-493F-9B89-FCB175FB4F14}" srcOrd="0" destOrd="0" presId="urn:microsoft.com/office/officeart/2005/8/layout/vList5"/>
    <dgm:cxn modelId="{57999B18-2C6C-4A80-8EB1-FE9ACF8DC026}" type="presParOf" srcId="{5BE6E463-658F-4DC2-814D-A866EE8FAD77}" destId="{123268BA-2218-40DB-83A5-B1A19427F036}" srcOrd="7" destOrd="0" presId="urn:microsoft.com/office/officeart/2005/8/layout/vList5"/>
    <dgm:cxn modelId="{40BD4C9B-4466-4B3E-8D80-E53602F2683A}" type="presParOf" srcId="{5BE6E463-658F-4DC2-814D-A866EE8FAD77}" destId="{A683FEA1-71F5-485D-9927-250CFB25F616}" srcOrd="8" destOrd="0" presId="urn:microsoft.com/office/officeart/2005/8/layout/vList5"/>
    <dgm:cxn modelId="{52DEF09C-AD48-471D-A313-182B6256D6A0}" type="presParOf" srcId="{A683FEA1-71F5-485D-9927-250CFB25F616}" destId="{D5FD288F-EE38-42D3-BDD0-13E4CF35325B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89FDA9-ECAB-492C-8C1E-00CE3BC009FA}">
      <dsp:nvSpPr>
        <dsp:cNvPr id="0" name=""/>
        <dsp:cNvSpPr/>
      </dsp:nvSpPr>
      <dsp:spPr>
        <a:xfrm>
          <a:off x="0" y="400759"/>
          <a:ext cx="9601200" cy="11038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700" kern="1200"/>
        </a:p>
      </dsp:txBody>
      <dsp:txXfrm>
        <a:off x="53888" y="454647"/>
        <a:ext cx="9493424" cy="996119"/>
      </dsp:txXfrm>
    </dsp:sp>
    <dsp:sp modelId="{8F167203-2FC3-4B4B-A0BF-337859555763}">
      <dsp:nvSpPr>
        <dsp:cNvPr id="0" name=""/>
        <dsp:cNvSpPr/>
      </dsp:nvSpPr>
      <dsp:spPr>
        <a:xfrm>
          <a:off x="0" y="598278"/>
          <a:ext cx="9601200" cy="11038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b="1" u="sng" kern="1200" baseline="0" dirty="0">
              <a:solidFill>
                <a:schemeClr val="tx1"/>
              </a:solidFill>
            </a:rPr>
            <a:t>Project Overview</a:t>
          </a:r>
          <a:endParaRPr lang="en-IN" sz="4800" kern="1200" dirty="0">
            <a:solidFill>
              <a:schemeClr val="tx1"/>
            </a:solidFill>
          </a:endParaRPr>
        </a:p>
      </dsp:txBody>
      <dsp:txXfrm>
        <a:off x="53888" y="652166"/>
        <a:ext cx="9493424" cy="996119"/>
      </dsp:txXfrm>
    </dsp:sp>
    <dsp:sp modelId="{3A0B7DA3-66F0-4D47-B3D2-99627B973794}">
      <dsp:nvSpPr>
        <dsp:cNvPr id="0" name=""/>
        <dsp:cNvSpPr/>
      </dsp:nvSpPr>
      <dsp:spPr>
        <a:xfrm>
          <a:off x="0" y="2715110"/>
          <a:ext cx="9601200" cy="2259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38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900" kern="1200" baseline="0" dirty="0"/>
            <a:t>Objective: Identify factors that influence customer churn</a:t>
          </a:r>
          <a:endParaRPr lang="en-IN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900" kern="1200" baseline="0"/>
            <a:t>Dataset: Telecom customer data</a:t>
          </a:r>
          <a:endParaRPr lang="en-IN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900" kern="1200" baseline="0"/>
            <a:t>Tools Used: Python, Pandas, NumPy, Matplotlib, Seaborn</a:t>
          </a:r>
          <a:endParaRPr lang="en-IN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900" kern="1200" baseline="0"/>
            <a:t>Focus: Behaviour patterns, service usage, churn trends</a:t>
          </a:r>
          <a:endParaRPr lang="en-IN" sz="2900" kern="1200"/>
        </a:p>
      </dsp:txBody>
      <dsp:txXfrm>
        <a:off x="0" y="2715110"/>
        <a:ext cx="9601200" cy="22594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F9773C-FE1A-4F60-8C76-44C27255340D}">
      <dsp:nvSpPr>
        <dsp:cNvPr id="0" name=""/>
        <dsp:cNvSpPr/>
      </dsp:nvSpPr>
      <dsp:spPr>
        <a:xfrm>
          <a:off x="0" y="47324"/>
          <a:ext cx="5760720" cy="576072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1B300-21FA-4DF3-AEB9-F0D1D053740D}">
      <dsp:nvSpPr>
        <dsp:cNvPr id="0" name=""/>
        <dsp:cNvSpPr/>
      </dsp:nvSpPr>
      <dsp:spPr>
        <a:xfrm>
          <a:off x="2880360" y="47324"/>
          <a:ext cx="6720840" cy="576072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0" b="1" u="sng" kern="1200" baseline="0" dirty="0">
              <a:solidFill>
                <a:schemeClr val="accent5">
                  <a:lumMod val="50000"/>
                </a:schemeClr>
              </a:solidFill>
            </a:rPr>
            <a:t>Problem Statement</a:t>
          </a:r>
          <a:endParaRPr lang="en-IN" sz="6000" u="sng" kern="1200" dirty="0">
            <a:solidFill>
              <a:schemeClr val="accent5">
                <a:lumMod val="50000"/>
              </a:schemeClr>
            </a:solidFill>
          </a:endParaRPr>
        </a:p>
      </dsp:txBody>
      <dsp:txXfrm>
        <a:off x="2880360" y="47324"/>
        <a:ext cx="6720840" cy="2736342"/>
      </dsp:txXfrm>
    </dsp:sp>
    <dsp:sp modelId="{7EBA9AEB-4B66-43E3-B336-A0FAF201B53A}">
      <dsp:nvSpPr>
        <dsp:cNvPr id="0" name=""/>
        <dsp:cNvSpPr/>
      </dsp:nvSpPr>
      <dsp:spPr>
        <a:xfrm>
          <a:off x="1512189" y="2783666"/>
          <a:ext cx="2736342" cy="273634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3920D2-AFAA-4F21-BD08-FA5088A033ED}">
      <dsp:nvSpPr>
        <dsp:cNvPr id="0" name=""/>
        <dsp:cNvSpPr/>
      </dsp:nvSpPr>
      <dsp:spPr>
        <a:xfrm>
          <a:off x="2880360" y="2783666"/>
          <a:ext cx="6720840" cy="273634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baseline="0" dirty="0">
              <a:solidFill>
                <a:schemeClr val="tx2">
                  <a:lumMod val="75000"/>
                  <a:lumOff val="25000"/>
                </a:schemeClr>
              </a:solidFill>
              <a:latin typeface="Arial Black" panose="020B0A04020102020204" pitchFamily="34" charset="0"/>
            </a:rPr>
            <a:t>Many telecom companies face high customer churn.</a:t>
          </a:r>
          <a:br>
            <a:rPr lang="en-GB" sz="2200" kern="1200" baseline="0" dirty="0">
              <a:solidFill>
                <a:schemeClr val="tx2">
                  <a:lumMod val="75000"/>
                  <a:lumOff val="25000"/>
                </a:schemeClr>
              </a:solidFill>
              <a:latin typeface="Arial Black" panose="020B0A04020102020204" pitchFamily="34" charset="0"/>
            </a:rPr>
          </a:br>
          <a:r>
            <a:rPr lang="en-GB" sz="2200" kern="1200" baseline="0" dirty="0">
              <a:solidFill>
                <a:schemeClr val="tx2">
                  <a:lumMod val="75000"/>
                  <a:lumOff val="25000"/>
                </a:schemeClr>
              </a:solidFill>
              <a:latin typeface="Arial Black" panose="020B0A04020102020204" pitchFamily="34" charset="0"/>
            </a:rPr>
            <a:t>This project aims to </a:t>
          </a:r>
          <a:r>
            <a:rPr lang="en-GB" sz="2200" kern="1200" baseline="0" dirty="0" err="1">
              <a:solidFill>
                <a:schemeClr val="tx2">
                  <a:lumMod val="75000"/>
                  <a:lumOff val="25000"/>
                </a:schemeClr>
              </a:solidFill>
              <a:latin typeface="Arial Black" panose="020B0A04020102020204" pitchFamily="34" charset="0"/>
            </a:rPr>
            <a:t>analyze</a:t>
          </a:r>
          <a:r>
            <a:rPr lang="en-GB" sz="2200" kern="1200" baseline="0" dirty="0">
              <a:solidFill>
                <a:schemeClr val="tx2">
                  <a:lumMod val="75000"/>
                  <a:lumOff val="25000"/>
                </a:schemeClr>
              </a:solidFill>
              <a:latin typeface="Arial Black" panose="020B0A04020102020204" pitchFamily="34" charset="0"/>
            </a:rPr>
            <a:t> which services, demographics, and usage patterns contribute most to churn so companies can take data-driven decisions to retain customers</a:t>
          </a:r>
          <a:r>
            <a:rPr lang="en-GB" sz="2200" kern="1200" baseline="0" dirty="0"/>
            <a:t>.</a:t>
          </a:r>
          <a:endParaRPr lang="en-IN" sz="2200" kern="1200" dirty="0"/>
        </a:p>
      </dsp:txBody>
      <dsp:txXfrm>
        <a:off x="2880360" y="2783666"/>
        <a:ext cx="6720840" cy="27363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5533C7-89A1-41BE-9E77-F4BD678AC542}">
      <dsp:nvSpPr>
        <dsp:cNvPr id="0" name=""/>
        <dsp:cNvSpPr/>
      </dsp:nvSpPr>
      <dsp:spPr>
        <a:xfrm rot="10800000">
          <a:off x="1793913" y="853"/>
          <a:ext cx="6384798" cy="12713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577" tIns="205740" rIns="384048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400" b="1" u="sng" kern="1200" baseline="0" dirty="0">
              <a:solidFill>
                <a:schemeClr val="tx2"/>
              </a:solidFill>
              <a:latin typeface="Bahnschrift" panose="020B0502040204020203" pitchFamily="34" charset="0"/>
              <a:cs typeface="Arial" panose="020B0604020202020204" pitchFamily="34" charset="0"/>
            </a:rPr>
            <a:t>Project Workflow</a:t>
          </a:r>
          <a:endParaRPr lang="en-IN" sz="5400" u="sng" kern="1200" dirty="0">
            <a:solidFill>
              <a:schemeClr val="tx2"/>
            </a:solidFill>
            <a:latin typeface="Bahnschrift" panose="020B0502040204020203" pitchFamily="34" charset="0"/>
            <a:cs typeface="Arial" panose="020B0604020202020204" pitchFamily="34" charset="0"/>
          </a:endParaRPr>
        </a:p>
      </dsp:txBody>
      <dsp:txXfrm rot="10800000">
        <a:off x="2111740" y="853"/>
        <a:ext cx="6066971" cy="1271307"/>
      </dsp:txXfrm>
    </dsp:sp>
    <dsp:sp modelId="{69148781-46A1-45C3-B0C7-B065CF752E95}">
      <dsp:nvSpPr>
        <dsp:cNvPr id="0" name=""/>
        <dsp:cNvSpPr/>
      </dsp:nvSpPr>
      <dsp:spPr>
        <a:xfrm>
          <a:off x="1422488" y="265081"/>
          <a:ext cx="742850" cy="742850"/>
        </a:xfrm>
        <a:prstGeom prst="ellipse">
          <a:avLst/>
        </a:prstGeom>
        <a:solidFill>
          <a:schemeClr val="tx2"/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4CD145-4BFF-47EB-8E10-820239BE021D}">
      <dsp:nvSpPr>
        <dsp:cNvPr id="0" name=""/>
        <dsp:cNvSpPr/>
      </dsp:nvSpPr>
      <dsp:spPr>
        <a:xfrm rot="10800000">
          <a:off x="1793913" y="1493907"/>
          <a:ext cx="6384798" cy="74285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577" tIns="125730" rIns="234696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baseline="0" dirty="0">
              <a:solidFill>
                <a:schemeClr val="bg2">
                  <a:lumMod val="90000"/>
                </a:schemeClr>
              </a:solidFill>
            </a:rPr>
            <a:t>Data Import</a:t>
          </a:r>
          <a:endParaRPr lang="en-IN" sz="3300" kern="1200" dirty="0">
            <a:solidFill>
              <a:schemeClr val="bg2">
                <a:lumMod val="90000"/>
              </a:schemeClr>
            </a:solidFill>
          </a:endParaRPr>
        </a:p>
      </dsp:txBody>
      <dsp:txXfrm rot="10800000">
        <a:off x="1979625" y="1493907"/>
        <a:ext cx="6199086" cy="742850"/>
      </dsp:txXfrm>
    </dsp:sp>
    <dsp:sp modelId="{E4D05B75-7113-4C46-A350-F7FBED8BB84B}">
      <dsp:nvSpPr>
        <dsp:cNvPr id="0" name=""/>
        <dsp:cNvSpPr/>
      </dsp:nvSpPr>
      <dsp:spPr>
        <a:xfrm>
          <a:off x="1422488" y="1493907"/>
          <a:ext cx="742850" cy="742850"/>
        </a:xfrm>
        <a:prstGeom prst="ellipse">
          <a:avLst/>
        </a:prstGeom>
        <a:solidFill>
          <a:schemeClr val="accent3"/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5CA3B6-8FEB-458D-B114-EF7A66DA7125}">
      <dsp:nvSpPr>
        <dsp:cNvPr id="0" name=""/>
        <dsp:cNvSpPr/>
      </dsp:nvSpPr>
      <dsp:spPr>
        <a:xfrm rot="10800000">
          <a:off x="1761798" y="2474549"/>
          <a:ext cx="6384798" cy="74285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577" tIns="125730" rIns="234696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baseline="0" dirty="0">
              <a:solidFill>
                <a:schemeClr val="bg2">
                  <a:lumMod val="90000"/>
                </a:schemeClr>
              </a:solidFill>
            </a:rPr>
            <a:t>Data Cleaning</a:t>
          </a:r>
          <a:endParaRPr lang="en-IN" sz="3300" kern="1200" dirty="0">
            <a:solidFill>
              <a:schemeClr val="bg2">
                <a:lumMod val="90000"/>
              </a:schemeClr>
            </a:solidFill>
          </a:endParaRPr>
        </a:p>
      </dsp:txBody>
      <dsp:txXfrm rot="10800000">
        <a:off x="1947510" y="2474549"/>
        <a:ext cx="6199086" cy="742850"/>
      </dsp:txXfrm>
    </dsp:sp>
    <dsp:sp modelId="{979481F4-DAC2-4F8B-A2AC-D521EEFE5A41}">
      <dsp:nvSpPr>
        <dsp:cNvPr id="0" name=""/>
        <dsp:cNvSpPr/>
      </dsp:nvSpPr>
      <dsp:spPr>
        <a:xfrm>
          <a:off x="1422488" y="2458504"/>
          <a:ext cx="742850" cy="742850"/>
        </a:xfrm>
        <a:prstGeom prst="ellipse">
          <a:avLst/>
        </a:prstGeom>
        <a:solidFill>
          <a:schemeClr val="accent3"/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CB3A26-489A-4CB5-8E2F-FEB0CE1DFA7B}">
      <dsp:nvSpPr>
        <dsp:cNvPr id="0" name=""/>
        <dsp:cNvSpPr/>
      </dsp:nvSpPr>
      <dsp:spPr>
        <a:xfrm rot="10800000">
          <a:off x="1793913" y="3423101"/>
          <a:ext cx="6384798" cy="74285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577" tIns="125730" rIns="234696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baseline="0" dirty="0">
              <a:solidFill>
                <a:schemeClr val="bg2">
                  <a:lumMod val="90000"/>
                </a:schemeClr>
              </a:solidFill>
            </a:rPr>
            <a:t>Exploratory Data Analysis (EDA)</a:t>
          </a:r>
          <a:endParaRPr lang="en-IN" sz="3300" kern="1200" dirty="0">
            <a:solidFill>
              <a:schemeClr val="bg2">
                <a:lumMod val="90000"/>
              </a:schemeClr>
            </a:solidFill>
          </a:endParaRPr>
        </a:p>
      </dsp:txBody>
      <dsp:txXfrm rot="10800000">
        <a:off x="1979625" y="3423101"/>
        <a:ext cx="6199086" cy="742850"/>
      </dsp:txXfrm>
    </dsp:sp>
    <dsp:sp modelId="{DC4157A1-1968-41A9-868E-EFCC6F6FF137}">
      <dsp:nvSpPr>
        <dsp:cNvPr id="0" name=""/>
        <dsp:cNvSpPr/>
      </dsp:nvSpPr>
      <dsp:spPr>
        <a:xfrm>
          <a:off x="1422488" y="3423101"/>
          <a:ext cx="742850" cy="742850"/>
        </a:xfrm>
        <a:prstGeom prst="ellipse">
          <a:avLst/>
        </a:prstGeom>
        <a:solidFill>
          <a:schemeClr val="accent3"/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CD0FBC-AF93-403A-8449-2F1123AEA101}">
      <dsp:nvSpPr>
        <dsp:cNvPr id="0" name=""/>
        <dsp:cNvSpPr/>
      </dsp:nvSpPr>
      <dsp:spPr>
        <a:xfrm rot="10800000">
          <a:off x="1793913" y="4387698"/>
          <a:ext cx="6384798" cy="74285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577" tIns="125730" rIns="234696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baseline="0" dirty="0">
              <a:solidFill>
                <a:schemeClr val="bg2">
                  <a:lumMod val="90000"/>
                </a:schemeClr>
              </a:solidFill>
            </a:rPr>
            <a:t>Visualization</a:t>
          </a:r>
          <a:endParaRPr lang="en-IN" sz="3300" kern="1200" dirty="0">
            <a:solidFill>
              <a:schemeClr val="bg2">
                <a:lumMod val="90000"/>
              </a:schemeClr>
            </a:solidFill>
          </a:endParaRPr>
        </a:p>
      </dsp:txBody>
      <dsp:txXfrm rot="10800000">
        <a:off x="1979625" y="4387698"/>
        <a:ext cx="6199086" cy="742850"/>
      </dsp:txXfrm>
    </dsp:sp>
    <dsp:sp modelId="{B0E4D8D2-A33A-4FC2-9F88-557BF012FE9F}">
      <dsp:nvSpPr>
        <dsp:cNvPr id="0" name=""/>
        <dsp:cNvSpPr/>
      </dsp:nvSpPr>
      <dsp:spPr>
        <a:xfrm>
          <a:off x="1422488" y="4387698"/>
          <a:ext cx="742850" cy="742850"/>
        </a:xfrm>
        <a:prstGeom prst="ellipse">
          <a:avLst/>
        </a:prstGeom>
        <a:solidFill>
          <a:schemeClr val="accent3"/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9D38AB-10EF-4142-9397-1F00200D722F}">
      <dsp:nvSpPr>
        <dsp:cNvPr id="0" name=""/>
        <dsp:cNvSpPr/>
      </dsp:nvSpPr>
      <dsp:spPr>
        <a:xfrm rot="10800000">
          <a:off x="1793913" y="5352295"/>
          <a:ext cx="6384798" cy="74285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577" tIns="125730" rIns="234696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baseline="0" dirty="0">
              <a:solidFill>
                <a:schemeClr val="bg2">
                  <a:lumMod val="90000"/>
                </a:schemeClr>
              </a:solidFill>
            </a:rPr>
            <a:t>Insights &amp; Recommendation</a:t>
          </a:r>
          <a:endParaRPr lang="en-IN" sz="3300" kern="1200" dirty="0">
            <a:solidFill>
              <a:schemeClr val="bg2">
                <a:lumMod val="90000"/>
              </a:schemeClr>
            </a:solidFill>
          </a:endParaRPr>
        </a:p>
      </dsp:txBody>
      <dsp:txXfrm rot="10800000">
        <a:off x="1979625" y="5352295"/>
        <a:ext cx="6199086" cy="742850"/>
      </dsp:txXfrm>
    </dsp:sp>
    <dsp:sp modelId="{B927A9CF-4447-4845-B420-54CC85C52C76}">
      <dsp:nvSpPr>
        <dsp:cNvPr id="0" name=""/>
        <dsp:cNvSpPr/>
      </dsp:nvSpPr>
      <dsp:spPr>
        <a:xfrm>
          <a:off x="1422488" y="5352295"/>
          <a:ext cx="742850" cy="742850"/>
        </a:xfrm>
        <a:prstGeom prst="ellipse">
          <a:avLst/>
        </a:prstGeom>
        <a:solidFill>
          <a:schemeClr val="accent3"/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8800A3-A1DF-42D6-ABD7-9586A2007FA2}">
      <dsp:nvSpPr>
        <dsp:cNvPr id="0" name=""/>
        <dsp:cNvSpPr/>
      </dsp:nvSpPr>
      <dsp:spPr>
        <a:xfrm>
          <a:off x="0" y="286"/>
          <a:ext cx="9601200" cy="11364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400" b="1" u="sng" kern="1200" baseline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Data Cleaning</a:t>
          </a:r>
          <a:endParaRPr lang="en-IN" sz="5400" u="sng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479" y="55765"/>
        <a:ext cx="9490242" cy="1025541"/>
      </dsp:txXfrm>
    </dsp:sp>
    <dsp:sp modelId="{74F0BC7E-F15A-4513-A2F8-5F3023A4CD02}">
      <dsp:nvSpPr>
        <dsp:cNvPr id="0" name=""/>
        <dsp:cNvSpPr/>
      </dsp:nvSpPr>
      <dsp:spPr>
        <a:xfrm>
          <a:off x="0" y="1129842"/>
          <a:ext cx="9601200" cy="11364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baseline="0" dirty="0">
              <a:solidFill>
                <a:schemeClr val="bg2">
                  <a:lumMod val="90000"/>
                </a:schemeClr>
              </a:solidFill>
            </a:rPr>
            <a:t>Removed missing/inconsistent values</a:t>
          </a:r>
          <a:endParaRPr lang="en-IN" sz="2400" kern="1200" dirty="0">
            <a:solidFill>
              <a:schemeClr val="bg2">
                <a:lumMod val="90000"/>
              </a:schemeClr>
            </a:solidFill>
          </a:endParaRPr>
        </a:p>
      </dsp:txBody>
      <dsp:txXfrm>
        <a:off x="55479" y="1185321"/>
        <a:ext cx="9490242" cy="1025541"/>
      </dsp:txXfrm>
    </dsp:sp>
    <dsp:sp modelId="{8B14927E-74A9-4275-9BEE-8FED0F4B4494}">
      <dsp:nvSpPr>
        <dsp:cNvPr id="0" name=""/>
        <dsp:cNvSpPr/>
      </dsp:nvSpPr>
      <dsp:spPr>
        <a:xfrm>
          <a:off x="0" y="2299189"/>
          <a:ext cx="9601200" cy="11364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baseline="0" dirty="0">
              <a:solidFill>
                <a:schemeClr val="bg2">
                  <a:lumMod val="90000"/>
                </a:schemeClr>
              </a:solidFill>
            </a:rPr>
            <a:t>Converted categorical variables</a:t>
          </a:r>
          <a:endParaRPr lang="en-IN" sz="2400" kern="1200" dirty="0">
            <a:solidFill>
              <a:schemeClr val="bg2">
                <a:lumMod val="90000"/>
              </a:schemeClr>
            </a:solidFill>
          </a:endParaRPr>
        </a:p>
      </dsp:txBody>
      <dsp:txXfrm>
        <a:off x="55479" y="2354668"/>
        <a:ext cx="9490242" cy="1025541"/>
      </dsp:txXfrm>
    </dsp:sp>
    <dsp:sp modelId="{B0550D95-50E1-4377-8404-CC62FE77B15B}">
      <dsp:nvSpPr>
        <dsp:cNvPr id="0" name=""/>
        <dsp:cNvSpPr/>
      </dsp:nvSpPr>
      <dsp:spPr>
        <a:xfrm>
          <a:off x="0" y="3448640"/>
          <a:ext cx="9601200" cy="11364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baseline="0" dirty="0">
              <a:solidFill>
                <a:schemeClr val="bg2">
                  <a:lumMod val="90000"/>
                </a:schemeClr>
              </a:solidFill>
            </a:rPr>
            <a:t>Standardized columns</a:t>
          </a:r>
          <a:endParaRPr lang="en-IN" sz="2400" kern="1200" dirty="0">
            <a:solidFill>
              <a:schemeClr val="bg2">
                <a:lumMod val="90000"/>
              </a:schemeClr>
            </a:solidFill>
          </a:endParaRPr>
        </a:p>
      </dsp:txBody>
      <dsp:txXfrm>
        <a:off x="55479" y="3504119"/>
        <a:ext cx="9490242" cy="1025541"/>
      </dsp:txXfrm>
    </dsp:sp>
    <dsp:sp modelId="{B81050E5-FE6B-416A-B3EB-9569F5CB88ED}">
      <dsp:nvSpPr>
        <dsp:cNvPr id="0" name=""/>
        <dsp:cNvSpPr/>
      </dsp:nvSpPr>
      <dsp:spPr>
        <a:xfrm>
          <a:off x="0" y="4598091"/>
          <a:ext cx="9601200" cy="11364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baseline="0" dirty="0">
              <a:solidFill>
                <a:schemeClr val="bg2">
                  <a:lumMod val="90000"/>
                </a:schemeClr>
              </a:solidFill>
            </a:rPr>
            <a:t>Prepared data for analysis</a:t>
          </a:r>
          <a:endParaRPr lang="en-IN" sz="2400" kern="1200" dirty="0">
            <a:solidFill>
              <a:schemeClr val="bg2">
                <a:lumMod val="90000"/>
              </a:schemeClr>
            </a:solidFill>
          </a:endParaRPr>
        </a:p>
      </dsp:txBody>
      <dsp:txXfrm>
        <a:off x="55479" y="4653570"/>
        <a:ext cx="9490242" cy="10255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F9EDB5-BF80-4670-B350-0FAE71BD85A2}">
      <dsp:nvSpPr>
        <dsp:cNvPr id="0" name=""/>
        <dsp:cNvSpPr/>
      </dsp:nvSpPr>
      <dsp:spPr>
        <a:xfrm>
          <a:off x="0" y="486920"/>
          <a:ext cx="9601200" cy="1170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0" b="1" u="sng" kern="1200" baseline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Customer Distribution</a:t>
          </a:r>
          <a:endParaRPr lang="en-IN" sz="5000" u="sng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7115" y="544035"/>
        <a:ext cx="9486970" cy="1055770"/>
      </dsp:txXfrm>
    </dsp:sp>
    <dsp:sp modelId="{5A8A7950-8364-4A3F-ADD8-55026B4C6656}">
      <dsp:nvSpPr>
        <dsp:cNvPr id="0" name=""/>
        <dsp:cNvSpPr/>
      </dsp:nvSpPr>
      <dsp:spPr>
        <a:xfrm>
          <a:off x="0" y="1790760"/>
          <a:ext cx="9601200" cy="1170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0" kern="1200" baseline="0" dirty="0">
              <a:solidFill>
                <a:schemeClr val="bg2">
                  <a:lumMod val="90000"/>
                </a:schemeClr>
              </a:solidFill>
            </a:rPr>
            <a:t>Majority customers are non-churn</a:t>
          </a:r>
          <a:endParaRPr lang="en-IN" sz="5000" kern="1200" dirty="0">
            <a:solidFill>
              <a:schemeClr val="bg2">
                <a:lumMod val="90000"/>
              </a:schemeClr>
            </a:solidFill>
          </a:endParaRPr>
        </a:p>
      </dsp:txBody>
      <dsp:txXfrm>
        <a:off x="57115" y="1847875"/>
        <a:ext cx="9486970" cy="1055770"/>
      </dsp:txXfrm>
    </dsp:sp>
    <dsp:sp modelId="{A7E44DEC-90EA-415D-95D5-F14F954D391D}">
      <dsp:nvSpPr>
        <dsp:cNvPr id="0" name=""/>
        <dsp:cNvSpPr/>
      </dsp:nvSpPr>
      <dsp:spPr>
        <a:xfrm>
          <a:off x="0" y="3104760"/>
          <a:ext cx="9601200" cy="1170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0" kern="1200" baseline="0" dirty="0">
              <a:solidFill>
                <a:schemeClr val="bg2">
                  <a:lumMod val="90000"/>
                </a:schemeClr>
              </a:solidFill>
            </a:rPr>
            <a:t>Imbalance in target variable</a:t>
          </a:r>
          <a:endParaRPr lang="en-IN" sz="5000" kern="1200" dirty="0">
            <a:solidFill>
              <a:schemeClr val="bg2">
                <a:lumMod val="90000"/>
              </a:schemeClr>
            </a:solidFill>
          </a:endParaRPr>
        </a:p>
      </dsp:txBody>
      <dsp:txXfrm>
        <a:off x="57115" y="3161875"/>
        <a:ext cx="9486970" cy="1055770"/>
      </dsp:txXfrm>
    </dsp:sp>
    <dsp:sp modelId="{362FBFF6-E281-48FE-A19B-BAF62DD7C959}">
      <dsp:nvSpPr>
        <dsp:cNvPr id="0" name=""/>
        <dsp:cNvSpPr/>
      </dsp:nvSpPr>
      <dsp:spPr>
        <a:xfrm>
          <a:off x="0" y="4418760"/>
          <a:ext cx="9601200" cy="1170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0" kern="1200" baseline="0" dirty="0">
              <a:solidFill>
                <a:schemeClr val="bg2">
                  <a:lumMod val="90000"/>
                </a:schemeClr>
              </a:solidFill>
            </a:rPr>
            <a:t>Important to consider in </a:t>
          </a:r>
          <a:r>
            <a:rPr lang="en-GB" sz="5000" kern="1200" baseline="0" dirty="0" err="1">
              <a:solidFill>
                <a:schemeClr val="bg2">
                  <a:lumMod val="90000"/>
                </a:schemeClr>
              </a:solidFill>
            </a:rPr>
            <a:t>modeling</a:t>
          </a:r>
          <a:endParaRPr lang="en-IN" sz="5000" kern="1200" dirty="0">
            <a:solidFill>
              <a:schemeClr val="bg2">
                <a:lumMod val="90000"/>
              </a:schemeClr>
            </a:solidFill>
          </a:endParaRPr>
        </a:p>
      </dsp:txBody>
      <dsp:txXfrm>
        <a:off x="57115" y="4475875"/>
        <a:ext cx="9486970" cy="10557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FD71EF-B4A5-4808-B686-0A1C1436DA04}">
      <dsp:nvSpPr>
        <dsp:cNvPr id="0" name=""/>
        <dsp:cNvSpPr/>
      </dsp:nvSpPr>
      <dsp:spPr>
        <a:xfrm>
          <a:off x="0" y="4063"/>
          <a:ext cx="6047232" cy="604723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FDB5B3-3DBF-47AE-8772-42D1D1C638B5}">
      <dsp:nvSpPr>
        <dsp:cNvPr id="0" name=""/>
        <dsp:cNvSpPr/>
      </dsp:nvSpPr>
      <dsp:spPr>
        <a:xfrm>
          <a:off x="3023616" y="4063"/>
          <a:ext cx="7055103" cy="604723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u="sng" kern="1200" baseline="0" dirty="0">
              <a:solidFill>
                <a:schemeClr val="tx2">
                  <a:lumMod val="90000"/>
                  <a:lumOff val="10000"/>
                </a:schemeClr>
              </a:solidFill>
              <a:latin typeface="Arial Black" panose="020B0A04020102020204" pitchFamily="34" charset="0"/>
            </a:rPr>
            <a:t>Service Usage Overview</a:t>
          </a:r>
          <a:endParaRPr lang="en-IN" sz="2500" u="sng" kern="1200" dirty="0">
            <a:solidFill>
              <a:schemeClr val="tx2">
                <a:lumMod val="90000"/>
                <a:lumOff val="10000"/>
              </a:schemeClr>
            </a:solidFill>
            <a:latin typeface="Arial Black" panose="020B0A04020102020204" pitchFamily="34" charset="0"/>
          </a:endParaRPr>
        </a:p>
      </dsp:txBody>
      <dsp:txXfrm>
        <a:off x="3023616" y="4063"/>
        <a:ext cx="7055103" cy="604722"/>
      </dsp:txXfrm>
    </dsp:sp>
    <dsp:sp modelId="{BBBFD495-B2C7-445A-A5EA-DBD9287C803B}">
      <dsp:nvSpPr>
        <dsp:cNvPr id="0" name=""/>
        <dsp:cNvSpPr/>
      </dsp:nvSpPr>
      <dsp:spPr>
        <a:xfrm>
          <a:off x="453541" y="608786"/>
          <a:ext cx="5140148" cy="514014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FF7C8-A233-4778-8633-0DE928849126}">
      <dsp:nvSpPr>
        <dsp:cNvPr id="0" name=""/>
        <dsp:cNvSpPr/>
      </dsp:nvSpPr>
      <dsp:spPr>
        <a:xfrm>
          <a:off x="3023616" y="608786"/>
          <a:ext cx="7055103" cy="514014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baseline="0" dirty="0">
              <a:solidFill>
                <a:schemeClr val="bg2">
                  <a:lumMod val="25000"/>
                </a:schemeClr>
              </a:solidFill>
            </a:rPr>
            <a:t>Use charts such as</a:t>
          </a:r>
          <a:r>
            <a:rPr lang="en-GB" sz="2500" kern="1200" baseline="0" dirty="0"/>
            <a:t>:</a:t>
          </a:r>
          <a:endParaRPr lang="en-IN" sz="2500" kern="1200" dirty="0"/>
        </a:p>
      </dsp:txBody>
      <dsp:txXfrm>
        <a:off x="3023616" y="608786"/>
        <a:ext cx="7055103" cy="604722"/>
      </dsp:txXfrm>
    </dsp:sp>
    <dsp:sp modelId="{F9095EEE-8CC9-4895-BFA6-CD007B67671C}">
      <dsp:nvSpPr>
        <dsp:cNvPr id="0" name=""/>
        <dsp:cNvSpPr/>
      </dsp:nvSpPr>
      <dsp:spPr>
        <a:xfrm>
          <a:off x="907083" y="1213508"/>
          <a:ext cx="4233064" cy="423306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4AA82A-3653-40EC-A569-06E9D4E9011D}">
      <dsp:nvSpPr>
        <dsp:cNvPr id="0" name=""/>
        <dsp:cNvSpPr/>
      </dsp:nvSpPr>
      <dsp:spPr>
        <a:xfrm>
          <a:off x="3023616" y="1213508"/>
          <a:ext cx="7055103" cy="423306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baseline="0" dirty="0" err="1">
              <a:solidFill>
                <a:schemeClr val="bg2">
                  <a:lumMod val="25000"/>
                </a:schemeClr>
              </a:solidFill>
            </a:rPr>
            <a:t>PhoneService</a:t>
          </a:r>
          <a:endParaRPr lang="en-IN" sz="2500" kern="1200" dirty="0">
            <a:solidFill>
              <a:schemeClr val="bg2">
                <a:lumMod val="25000"/>
              </a:schemeClr>
            </a:solidFill>
          </a:endParaRPr>
        </a:p>
      </dsp:txBody>
      <dsp:txXfrm>
        <a:off x="3023616" y="1213508"/>
        <a:ext cx="7055103" cy="604722"/>
      </dsp:txXfrm>
    </dsp:sp>
    <dsp:sp modelId="{9228829A-C9F4-4038-9506-096107AB8EF1}">
      <dsp:nvSpPr>
        <dsp:cNvPr id="0" name=""/>
        <dsp:cNvSpPr/>
      </dsp:nvSpPr>
      <dsp:spPr>
        <a:xfrm>
          <a:off x="1360625" y="1818230"/>
          <a:ext cx="3325980" cy="332598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C79C32-3CCA-4FB3-8678-44000E078DD3}">
      <dsp:nvSpPr>
        <dsp:cNvPr id="0" name=""/>
        <dsp:cNvSpPr/>
      </dsp:nvSpPr>
      <dsp:spPr>
        <a:xfrm>
          <a:off x="3023616" y="1818230"/>
          <a:ext cx="7055103" cy="332598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baseline="0" dirty="0" err="1">
              <a:solidFill>
                <a:schemeClr val="bg2">
                  <a:lumMod val="25000"/>
                </a:schemeClr>
              </a:solidFill>
            </a:rPr>
            <a:t>MultipleLines</a:t>
          </a:r>
          <a:endParaRPr lang="en-IN" sz="2500" kern="1200" dirty="0">
            <a:solidFill>
              <a:schemeClr val="bg2">
                <a:lumMod val="25000"/>
              </a:schemeClr>
            </a:solidFill>
          </a:endParaRPr>
        </a:p>
      </dsp:txBody>
      <dsp:txXfrm>
        <a:off x="3023616" y="1818230"/>
        <a:ext cx="7055103" cy="604728"/>
      </dsp:txXfrm>
    </dsp:sp>
    <dsp:sp modelId="{52128F0B-9AB8-4D51-9A47-D76C5F0B5C44}">
      <dsp:nvSpPr>
        <dsp:cNvPr id="0" name=""/>
        <dsp:cNvSpPr/>
      </dsp:nvSpPr>
      <dsp:spPr>
        <a:xfrm>
          <a:off x="1814170" y="2422959"/>
          <a:ext cx="2418890" cy="241889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41FC8F-1048-4D91-8FF5-D60A0BE8D5D9}">
      <dsp:nvSpPr>
        <dsp:cNvPr id="0" name=""/>
        <dsp:cNvSpPr/>
      </dsp:nvSpPr>
      <dsp:spPr>
        <a:xfrm>
          <a:off x="3023616" y="2422959"/>
          <a:ext cx="7055103" cy="241889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baseline="0" dirty="0" err="1">
              <a:solidFill>
                <a:schemeClr val="bg2">
                  <a:lumMod val="25000"/>
                </a:schemeClr>
              </a:solidFill>
            </a:rPr>
            <a:t>InternetService</a:t>
          </a:r>
          <a:endParaRPr lang="en-IN" sz="2500" kern="1200" dirty="0">
            <a:solidFill>
              <a:schemeClr val="bg2">
                <a:lumMod val="25000"/>
              </a:schemeClr>
            </a:solidFill>
          </a:endParaRPr>
        </a:p>
      </dsp:txBody>
      <dsp:txXfrm>
        <a:off x="3023616" y="2422959"/>
        <a:ext cx="7055103" cy="604722"/>
      </dsp:txXfrm>
    </dsp:sp>
    <dsp:sp modelId="{A0291EE0-D224-473C-94F4-6ECAD58D210B}">
      <dsp:nvSpPr>
        <dsp:cNvPr id="0" name=""/>
        <dsp:cNvSpPr/>
      </dsp:nvSpPr>
      <dsp:spPr>
        <a:xfrm>
          <a:off x="2267712" y="3027681"/>
          <a:ext cx="1511806" cy="151180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B43AF2-E7B4-42C6-9F8A-089CD95013BD}">
      <dsp:nvSpPr>
        <dsp:cNvPr id="0" name=""/>
        <dsp:cNvSpPr/>
      </dsp:nvSpPr>
      <dsp:spPr>
        <a:xfrm>
          <a:off x="3023616" y="3054576"/>
          <a:ext cx="7055103" cy="151180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u="sng" kern="1200" baseline="0" dirty="0">
              <a:latin typeface="Arial Black" panose="020B0A04020102020204" pitchFamily="34" charset="0"/>
            </a:rPr>
            <a:t>Insights</a:t>
          </a:r>
          <a:r>
            <a:rPr lang="en-GB" sz="2500" b="1" kern="1200" baseline="0" dirty="0"/>
            <a:t>:</a:t>
          </a:r>
          <a:endParaRPr lang="en-IN" sz="2500" kern="1200" dirty="0"/>
        </a:p>
      </dsp:txBody>
      <dsp:txXfrm>
        <a:off x="3023616" y="3054576"/>
        <a:ext cx="7055103" cy="604722"/>
      </dsp:txXfrm>
    </dsp:sp>
    <dsp:sp modelId="{664F412D-9B57-4651-B1A7-5B97C07CFDFD}">
      <dsp:nvSpPr>
        <dsp:cNvPr id="0" name=""/>
        <dsp:cNvSpPr/>
      </dsp:nvSpPr>
      <dsp:spPr>
        <a:xfrm>
          <a:off x="2721254" y="3632404"/>
          <a:ext cx="604722" cy="60472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00205-DF3F-4AC4-9543-44018EEF4363}">
      <dsp:nvSpPr>
        <dsp:cNvPr id="0" name=""/>
        <dsp:cNvSpPr/>
      </dsp:nvSpPr>
      <dsp:spPr>
        <a:xfrm>
          <a:off x="3023616" y="3632404"/>
          <a:ext cx="7055103" cy="60472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baseline="0" dirty="0">
              <a:solidFill>
                <a:schemeClr val="bg2">
                  <a:lumMod val="25000"/>
                </a:schemeClr>
              </a:solidFill>
            </a:rPr>
            <a:t>Most customers use phone and internet services</a:t>
          </a:r>
          <a:endParaRPr lang="en-IN" sz="2500" kern="1200" dirty="0">
            <a:solidFill>
              <a:schemeClr val="bg2">
                <a:lumMod val="25000"/>
              </a:schemeClr>
            </a:solidFill>
          </a:endParaRPr>
        </a:p>
      </dsp:txBody>
      <dsp:txXfrm>
        <a:off x="3023616" y="3632404"/>
        <a:ext cx="7055103" cy="60472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38A71-63A5-4C6F-A1A7-AAA76389A91D}">
      <dsp:nvSpPr>
        <dsp:cNvPr id="0" name=""/>
        <dsp:cNvSpPr/>
      </dsp:nvSpPr>
      <dsp:spPr>
        <a:xfrm>
          <a:off x="0" y="53645"/>
          <a:ext cx="9601200" cy="10580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baseline="0"/>
            <a:t>Security &amp; Support Services</a:t>
          </a:r>
          <a:endParaRPr lang="en-IN" sz="2800" kern="1200"/>
        </a:p>
      </dsp:txBody>
      <dsp:txXfrm>
        <a:off x="51649" y="105294"/>
        <a:ext cx="9497902" cy="954747"/>
      </dsp:txXfrm>
    </dsp:sp>
    <dsp:sp modelId="{A9AF65E1-5851-48AE-A5F2-FFAAFC750DAA}">
      <dsp:nvSpPr>
        <dsp:cNvPr id="0" name=""/>
        <dsp:cNvSpPr/>
      </dsp:nvSpPr>
      <dsp:spPr>
        <a:xfrm>
          <a:off x="0" y="1192331"/>
          <a:ext cx="9601200" cy="10580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baseline="0"/>
            <a:t>(Your charts: OnlineSecurity, TechSupport, OnlineBackup, DeviceProtection)</a:t>
          </a:r>
          <a:endParaRPr lang="en-IN" sz="2800" kern="1200"/>
        </a:p>
      </dsp:txBody>
      <dsp:txXfrm>
        <a:off x="51649" y="1243980"/>
        <a:ext cx="9497902" cy="954747"/>
      </dsp:txXfrm>
    </dsp:sp>
    <dsp:sp modelId="{C1636012-9BB9-4AA6-900B-8C4B84F83D7B}">
      <dsp:nvSpPr>
        <dsp:cNvPr id="0" name=""/>
        <dsp:cNvSpPr/>
      </dsp:nvSpPr>
      <dsp:spPr>
        <a:xfrm>
          <a:off x="0" y="2331017"/>
          <a:ext cx="9601200" cy="10580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baseline="0"/>
            <a:t>Insights:</a:t>
          </a:r>
          <a:endParaRPr lang="en-IN" sz="2800" kern="1200"/>
        </a:p>
      </dsp:txBody>
      <dsp:txXfrm>
        <a:off x="51649" y="2382666"/>
        <a:ext cx="9497902" cy="954747"/>
      </dsp:txXfrm>
    </dsp:sp>
    <dsp:sp modelId="{57F9C241-84BE-447A-954A-1F5DC0A4F41D}">
      <dsp:nvSpPr>
        <dsp:cNvPr id="0" name=""/>
        <dsp:cNvSpPr/>
      </dsp:nvSpPr>
      <dsp:spPr>
        <a:xfrm>
          <a:off x="0" y="3469702"/>
          <a:ext cx="9601200" cy="10580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baseline="0"/>
            <a:t>Customers not using security/support services have </a:t>
          </a:r>
          <a:r>
            <a:rPr lang="en-GB" sz="2800" b="1" kern="1200" baseline="0"/>
            <a:t>higher churn</a:t>
          </a:r>
          <a:endParaRPr lang="en-IN" sz="2800" kern="1200"/>
        </a:p>
      </dsp:txBody>
      <dsp:txXfrm>
        <a:off x="51649" y="3521351"/>
        <a:ext cx="9497902" cy="954747"/>
      </dsp:txXfrm>
    </dsp:sp>
    <dsp:sp modelId="{30F04038-194F-4D08-A708-82E180B953EE}">
      <dsp:nvSpPr>
        <dsp:cNvPr id="0" name=""/>
        <dsp:cNvSpPr/>
      </dsp:nvSpPr>
      <dsp:spPr>
        <a:xfrm>
          <a:off x="0" y="4608388"/>
          <a:ext cx="9601200" cy="10580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baseline="0"/>
            <a:t>Lack of support services → lower satisfaction</a:t>
          </a:r>
          <a:endParaRPr lang="en-IN" sz="2800" kern="1200"/>
        </a:p>
      </dsp:txBody>
      <dsp:txXfrm>
        <a:off x="51649" y="4660037"/>
        <a:ext cx="9497902" cy="95474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653D92-4A87-494B-805D-AC9DB10B732E}">
      <dsp:nvSpPr>
        <dsp:cNvPr id="0" name=""/>
        <dsp:cNvSpPr/>
      </dsp:nvSpPr>
      <dsp:spPr>
        <a:xfrm rot="10800000">
          <a:off x="1840243" y="721"/>
          <a:ext cx="6384798" cy="92817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9297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 baseline="0"/>
            <a:t>Entertainment Services</a:t>
          </a:r>
          <a:endParaRPr lang="en-IN" sz="2700" kern="1200"/>
        </a:p>
      </dsp:txBody>
      <dsp:txXfrm rot="10800000">
        <a:off x="2072285" y="721"/>
        <a:ext cx="6152756" cy="928170"/>
      </dsp:txXfrm>
    </dsp:sp>
    <dsp:sp modelId="{20081EAD-DAF2-4E7E-908B-DD81C813CD7A}">
      <dsp:nvSpPr>
        <dsp:cNvPr id="0" name=""/>
        <dsp:cNvSpPr/>
      </dsp:nvSpPr>
      <dsp:spPr>
        <a:xfrm>
          <a:off x="1376158" y="721"/>
          <a:ext cx="928170" cy="928170"/>
        </a:xfrm>
        <a:prstGeom prst="ellipse">
          <a:avLst/>
        </a:prstGeom>
        <a:solidFill>
          <a:schemeClr val="tx1"/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2B65D9-86DE-45B6-B5AF-52BD0379DB6A}">
      <dsp:nvSpPr>
        <dsp:cNvPr id="0" name=""/>
        <dsp:cNvSpPr/>
      </dsp:nvSpPr>
      <dsp:spPr>
        <a:xfrm rot="10800000">
          <a:off x="1840243" y="1205958"/>
          <a:ext cx="6384798" cy="92817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9297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baseline="0"/>
            <a:t>(Charts: StreamingTV, StreamingMovies)</a:t>
          </a:r>
          <a:endParaRPr lang="en-IN" sz="2700" kern="1200"/>
        </a:p>
      </dsp:txBody>
      <dsp:txXfrm rot="10800000">
        <a:off x="2072285" y="1205958"/>
        <a:ext cx="6152756" cy="928170"/>
      </dsp:txXfrm>
    </dsp:sp>
    <dsp:sp modelId="{0E20A432-F92A-41D8-9B87-BB1C8964E1CA}">
      <dsp:nvSpPr>
        <dsp:cNvPr id="0" name=""/>
        <dsp:cNvSpPr/>
      </dsp:nvSpPr>
      <dsp:spPr>
        <a:xfrm>
          <a:off x="1376158" y="1205958"/>
          <a:ext cx="928170" cy="928170"/>
        </a:xfrm>
        <a:prstGeom prst="ellipse">
          <a:avLst/>
        </a:prstGeom>
        <a:solidFill>
          <a:schemeClr val="accent1"/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EAED81-FF86-4E64-A0C1-EC3B197F72CF}">
      <dsp:nvSpPr>
        <dsp:cNvPr id="0" name=""/>
        <dsp:cNvSpPr/>
      </dsp:nvSpPr>
      <dsp:spPr>
        <a:xfrm rot="10800000">
          <a:off x="1840243" y="2411194"/>
          <a:ext cx="6384798" cy="92817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9297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 baseline="0"/>
            <a:t>Insights:</a:t>
          </a:r>
          <a:endParaRPr lang="en-IN" sz="2700" kern="1200"/>
        </a:p>
      </dsp:txBody>
      <dsp:txXfrm rot="10800000">
        <a:off x="2072285" y="2411194"/>
        <a:ext cx="6152756" cy="928170"/>
      </dsp:txXfrm>
    </dsp:sp>
    <dsp:sp modelId="{30B47665-F1B1-4765-B0AA-460AC01CC9B7}">
      <dsp:nvSpPr>
        <dsp:cNvPr id="0" name=""/>
        <dsp:cNvSpPr/>
      </dsp:nvSpPr>
      <dsp:spPr>
        <a:xfrm>
          <a:off x="1376158" y="2411194"/>
          <a:ext cx="928170" cy="928170"/>
        </a:xfrm>
        <a:prstGeom prst="ellipse">
          <a:avLst/>
        </a:prstGeom>
        <a:solidFill>
          <a:schemeClr val="bg2"/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293486-6991-498E-9672-D62E401B25DB}">
      <dsp:nvSpPr>
        <dsp:cNvPr id="0" name=""/>
        <dsp:cNvSpPr/>
      </dsp:nvSpPr>
      <dsp:spPr>
        <a:xfrm rot="10800000">
          <a:off x="1840243" y="3616431"/>
          <a:ext cx="6384798" cy="92817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9297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baseline="0"/>
            <a:t>Entertainment services have balanced usage</a:t>
          </a:r>
          <a:endParaRPr lang="en-IN" sz="2700" kern="1200"/>
        </a:p>
      </dsp:txBody>
      <dsp:txXfrm rot="10800000">
        <a:off x="2072285" y="3616431"/>
        <a:ext cx="6152756" cy="928170"/>
      </dsp:txXfrm>
    </dsp:sp>
    <dsp:sp modelId="{C1F0D21D-F19B-4AD1-B32F-DB48CA87A98E}">
      <dsp:nvSpPr>
        <dsp:cNvPr id="0" name=""/>
        <dsp:cNvSpPr/>
      </dsp:nvSpPr>
      <dsp:spPr>
        <a:xfrm>
          <a:off x="1376158" y="3616431"/>
          <a:ext cx="928170" cy="928170"/>
        </a:xfrm>
        <a:prstGeom prst="ellipse">
          <a:avLst/>
        </a:prstGeom>
        <a:solidFill>
          <a:schemeClr val="bg2"/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97089B-CF0B-40AA-ADE6-6F618AA78134}">
      <dsp:nvSpPr>
        <dsp:cNvPr id="0" name=""/>
        <dsp:cNvSpPr/>
      </dsp:nvSpPr>
      <dsp:spPr>
        <a:xfrm rot="10800000">
          <a:off x="1840243" y="4821667"/>
          <a:ext cx="6384798" cy="92817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9297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baseline="0"/>
            <a:t>Do not strongly reduce churn compared to security services</a:t>
          </a:r>
          <a:endParaRPr lang="en-IN" sz="2700" kern="1200"/>
        </a:p>
      </dsp:txBody>
      <dsp:txXfrm rot="10800000">
        <a:off x="2072285" y="4821667"/>
        <a:ext cx="6152756" cy="928170"/>
      </dsp:txXfrm>
    </dsp:sp>
    <dsp:sp modelId="{7DBD9EEF-499C-4BC2-A1F5-6FD63884F62E}">
      <dsp:nvSpPr>
        <dsp:cNvPr id="0" name=""/>
        <dsp:cNvSpPr/>
      </dsp:nvSpPr>
      <dsp:spPr>
        <a:xfrm>
          <a:off x="1376158" y="4821667"/>
          <a:ext cx="928170" cy="928170"/>
        </a:xfrm>
        <a:prstGeom prst="ellipse">
          <a:avLst/>
        </a:prstGeom>
        <a:solidFill>
          <a:schemeClr val="bg2"/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FACF68-5305-4527-AE34-CE77A19E2AAB}">
      <dsp:nvSpPr>
        <dsp:cNvPr id="0" name=""/>
        <dsp:cNvSpPr/>
      </dsp:nvSpPr>
      <dsp:spPr>
        <a:xfrm>
          <a:off x="0" y="663532"/>
          <a:ext cx="9601200" cy="8441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u="sng" kern="1200" baseline="0" dirty="0"/>
            <a:t>Correlation Insights</a:t>
          </a:r>
          <a:endParaRPr lang="en-IN" sz="3700" b="1" u="sng" kern="1200" dirty="0"/>
        </a:p>
      </dsp:txBody>
      <dsp:txXfrm>
        <a:off x="41208" y="704740"/>
        <a:ext cx="9518784" cy="761739"/>
      </dsp:txXfrm>
    </dsp:sp>
    <dsp:sp modelId="{1BF56B19-D17F-405B-9755-71B67E594D22}">
      <dsp:nvSpPr>
        <dsp:cNvPr id="0" name=""/>
        <dsp:cNvSpPr/>
      </dsp:nvSpPr>
      <dsp:spPr>
        <a:xfrm>
          <a:off x="0" y="1614247"/>
          <a:ext cx="9601200" cy="8441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kern="1200" baseline="0" dirty="0"/>
            <a:t>Key Findings:</a:t>
          </a:r>
          <a:endParaRPr lang="en-IN" sz="3700" kern="1200" dirty="0"/>
        </a:p>
      </dsp:txBody>
      <dsp:txXfrm>
        <a:off x="41208" y="1655455"/>
        <a:ext cx="9518784" cy="761739"/>
      </dsp:txXfrm>
    </dsp:sp>
    <dsp:sp modelId="{7E218E7A-41F3-4E52-8B3A-6E3F8896D29D}">
      <dsp:nvSpPr>
        <dsp:cNvPr id="0" name=""/>
        <dsp:cNvSpPr/>
      </dsp:nvSpPr>
      <dsp:spPr>
        <a:xfrm>
          <a:off x="0" y="2564962"/>
          <a:ext cx="9601200" cy="8441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 baseline="0"/>
            <a:t>MonthlyCharges strongly correlated with churn</a:t>
          </a:r>
          <a:endParaRPr lang="en-IN" sz="3700" kern="1200"/>
        </a:p>
      </dsp:txBody>
      <dsp:txXfrm>
        <a:off x="41208" y="2606170"/>
        <a:ext cx="9518784" cy="761739"/>
      </dsp:txXfrm>
    </dsp:sp>
    <dsp:sp modelId="{037376FF-111D-47D6-BEAF-5F0B126C6359}">
      <dsp:nvSpPr>
        <dsp:cNvPr id="0" name=""/>
        <dsp:cNvSpPr/>
      </dsp:nvSpPr>
      <dsp:spPr>
        <a:xfrm>
          <a:off x="0" y="3515677"/>
          <a:ext cx="9601200" cy="8441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 baseline="0"/>
            <a:t>Additional services reduce churn</a:t>
          </a:r>
          <a:endParaRPr lang="en-IN" sz="3700" kern="1200"/>
        </a:p>
      </dsp:txBody>
      <dsp:txXfrm>
        <a:off x="41208" y="3556885"/>
        <a:ext cx="9518784" cy="761739"/>
      </dsp:txXfrm>
    </dsp:sp>
    <dsp:sp modelId="{9A8DD362-74FA-473E-B81E-B3ECDD9BF66F}">
      <dsp:nvSpPr>
        <dsp:cNvPr id="0" name=""/>
        <dsp:cNvSpPr/>
      </dsp:nvSpPr>
      <dsp:spPr>
        <a:xfrm>
          <a:off x="0" y="4466392"/>
          <a:ext cx="9601200" cy="8441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 baseline="0"/>
            <a:t>Tenure is a major churn factor</a:t>
          </a:r>
          <a:endParaRPr lang="en-IN" sz="3700" kern="1200"/>
        </a:p>
      </dsp:txBody>
      <dsp:txXfrm>
        <a:off x="41208" y="4507600"/>
        <a:ext cx="9518784" cy="76173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E233B3-2975-4F25-9C97-8FCB1AC30493}">
      <dsp:nvSpPr>
        <dsp:cNvPr id="0" name=""/>
        <dsp:cNvSpPr/>
      </dsp:nvSpPr>
      <dsp:spPr>
        <a:xfrm>
          <a:off x="0" y="32370"/>
          <a:ext cx="9601200" cy="638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u="sng" kern="1200" baseline="0" dirty="0"/>
            <a:t>Recommendations</a:t>
          </a:r>
          <a:endParaRPr lang="en-IN" sz="2800" u="sng" kern="1200" dirty="0"/>
        </a:p>
      </dsp:txBody>
      <dsp:txXfrm>
        <a:off x="31185" y="63555"/>
        <a:ext cx="9538830" cy="576449"/>
      </dsp:txXfrm>
    </dsp:sp>
    <dsp:sp modelId="{A9A58603-9B20-45CD-8F68-4E357726EB58}">
      <dsp:nvSpPr>
        <dsp:cNvPr id="0" name=""/>
        <dsp:cNvSpPr/>
      </dsp:nvSpPr>
      <dsp:spPr>
        <a:xfrm>
          <a:off x="0" y="751830"/>
          <a:ext cx="9601200" cy="638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baseline="0"/>
            <a:t>Provide bundles that include OnlineSecurity + TechSupport</a:t>
          </a:r>
          <a:endParaRPr lang="en-IN" sz="2800" kern="1200"/>
        </a:p>
      </dsp:txBody>
      <dsp:txXfrm>
        <a:off x="31185" y="783015"/>
        <a:ext cx="9538830" cy="576449"/>
      </dsp:txXfrm>
    </dsp:sp>
    <dsp:sp modelId="{A81C47B6-311B-4AD1-9721-DCC119439246}">
      <dsp:nvSpPr>
        <dsp:cNvPr id="0" name=""/>
        <dsp:cNvSpPr/>
      </dsp:nvSpPr>
      <dsp:spPr>
        <a:xfrm>
          <a:off x="0" y="1471290"/>
          <a:ext cx="9601200" cy="638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baseline="0"/>
            <a:t>Offer discounts for high-charge customers</a:t>
          </a:r>
          <a:endParaRPr lang="en-IN" sz="2800" kern="1200"/>
        </a:p>
      </dsp:txBody>
      <dsp:txXfrm>
        <a:off x="31185" y="1502475"/>
        <a:ext cx="9538830" cy="576449"/>
      </dsp:txXfrm>
    </dsp:sp>
    <dsp:sp modelId="{C4134C33-7FAC-425F-814D-CA09D1246040}">
      <dsp:nvSpPr>
        <dsp:cNvPr id="0" name=""/>
        <dsp:cNvSpPr/>
      </dsp:nvSpPr>
      <dsp:spPr>
        <a:xfrm>
          <a:off x="0" y="2190750"/>
          <a:ext cx="9601200" cy="638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baseline="0"/>
            <a:t>Retention strategy for new customers (1–3 month users)</a:t>
          </a:r>
          <a:endParaRPr lang="en-IN" sz="2800" kern="1200"/>
        </a:p>
      </dsp:txBody>
      <dsp:txXfrm>
        <a:off x="31185" y="2221935"/>
        <a:ext cx="9538830" cy="576449"/>
      </dsp:txXfrm>
    </dsp:sp>
    <dsp:sp modelId="{269080EE-819F-4EDA-A563-4285EE53D3A5}">
      <dsp:nvSpPr>
        <dsp:cNvPr id="0" name=""/>
        <dsp:cNvSpPr/>
      </dsp:nvSpPr>
      <dsp:spPr>
        <a:xfrm>
          <a:off x="0" y="2910210"/>
          <a:ext cx="9601200" cy="638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baseline="0"/>
            <a:t>Improve Fiber Optic service experience</a:t>
          </a:r>
          <a:endParaRPr lang="en-IN" sz="2800" kern="1200"/>
        </a:p>
      </dsp:txBody>
      <dsp:txXfrm>
        <a:off x="31185" y="2941395"/>
        <a:ext cx="9538830" cy="57644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0F4967-C4EA-4E61-B03F-28F59084FBB4}">
      <dsp:nvSpPr>
        <dsp:cNvPr id="0" name=""/>
        <dsp:cNvSpPr/>
      </dsp:nvSpPr>
      <dsp:spPr>
        <a:xfrm>
          <a:off x="3072383" y="2900"/>
          <a:ext cx="3456432" cy="1268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b="1" u="sng" kern="1200" baseline="0" dirty="0"/>
            <a:t>Conclusion</a:t>
          </a:r>
          <a:endParaRPr lang="en-IN" sz="1800" u="sng" kern="1200" dirty="0"/>
        </a:p>
      </dsp:txBody>
      <dsp:txXfrm>
        <a:off x="3134300" y="64817"/>
        <a:ext cx="3332598" cy="1144536"/>
      </dsp:txXfrm>
    </dsp:sp>
    <dsp:sp modelId="{CA0B43B4-D023-4AE3-9EDC-5038DBCC74DD}">
      <dsp:nvSpPr>
        <dsp:cNvPr id="0" name=""/>
        <dsp:cNvSpPr/>
      </dsp:nvSpPr>
      <dsp:spPr>
        <a:xfrm>
          <a:off x="3072383" y="1334689"/>
          <a:ext cx="3456432" cy="1268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baseline="0"/>
            <a:t>This analysis highlights the main factors driving customer churn.</a:t>
          </a:r>
          <a:br>
            <a:rPr lang="en-GB" sz="1800" kern="1200" baseline="0"/>
          </a:br>
          <a:r>
            <a:rPr lang="en-GB" sz="1800" kern="1200" baseline="0"/>
            <a:t>Understanding customer behaviour helps companies:</a:t>
          </a:r>
          <a:endParaRPr lang="en-IN" sz="1800" kern="1200"/>
        </a:p>
      </dsp:txBody>
      <dsp:txXfrm>
        <a:off x="3134300" y="1396606"/>
        <a:ext cx="3332598" cy="1144536"/>
      </dsp:txXfrm>
    </dsp:sp>
    <dsp:sp modelId="{DF782D0F-386F-4445-BE7D-8E916D38F927}">
      <dsp:nvSpPr>
        <dsp:cNvPr id="0" name=""/>
        <dsp:cNvSpPr/>
      </dsp:nvSpPr>
      <dsp:spPr>
        <a:xfrm>
          <a:off x="3072383" y="2666477"/>
          <a:ext cx="3456432" cy="1268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baseline="0"/>
            <a:t>Reduce churn</a:t>
          </a:r>
          <a:endParaRPr lang="en-IN" sz="1800" kern="1200"/>
        </a:p>
      </dsp:txBody>
      <dsp:txXfrm>
        <a:off x="3134300" y="2728394"/>
        <a:ext cx="3332598" cy="1144536"/>
      </dsp:txXfrm>
    </dsp:sp>
    <dsp:sp modelId="{71257FE2-872C-493F-9B89-FCB175FB4F14}">
      <dsp:nvSpPr>
        <dsp:cNvPr id="0" name=""/>
        <dsp:cNvSpPr/>
      </dsp:nvSpPr>
      <dsp:spPr>
        <a:xfrm>
          <a:off x="3072383" y="3998266"/>
          <a:ext cx="3456432" cy="1268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baseline="0"/>
            <a:t>Improve service offerings</a:t>
          </a:r>
          <a:endParaRPr lang="en-IN" sz="1800" kern="1200"/>
        </a:p>
      </dsp:txBody>
      <dsp:txXfrm>
        <a:off x="3134300" y="4060183"/>
        <a:ext cx="3332598" cy="1144536"/>
      </dsp:txXfrm>
    </dsp:sp>
    <dsp:sp modelId="{D5FD288F-EE38-42D3-BDD0-13E4CF35325B}">
      <dsp:nvSpPr>
        <dsp:cNvPr id="0" name=""/>
        <dsp:cNvSpPr/>
      </dsp:nvSpPr>
      <dsp:spPr>
        <a:xfrm>
          <a:off x="3072383" y="5330055"/>
          <a:ext cx="3456432" cy="1268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baseline="0"/>
            <a:t>Increase customer satisfaction</a:t>
          </a:r>
          <a:endParaRPr lang="en-IN" sz="1800" kern="1200"/>
        </a:p>
      </dsp:txBody>
      <dsp:txXfrm>
        <a:off x="3134300" y="5391972"/>
        <a:ext cx="3332598" cy="1144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8EBF6-B4FA-4704-DE36-07721E4A4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283367"/>
            <a:ext cx="8361229" cy="4379495"/>
          </a:xfrm>
        </p:spPr>
        <p:txBody>
          <a:bodyPr/>
          <a:lstStyle/>
          <a:p>
            <a:br>
              <a:rPr lang="en-GB" sz="5400" b="1" dirty="0">
                <a:solidFill>
                  <a:schemeClr val="accent5">
                    <a:lumMod val="50000"/>
                  </a:schemeClr>
                </a:solidFill>
              </a:rPr>
            </a:br>
            <a:br>
              <a:rPr lang="en-GB" sz="5400" b="1" dirty="0">
                <a:solidFill>
                  <a:schemeClr val="accent5">
                    <a:lumMod val="50000"/>
                  </a:schemeClr>
                </a:solidFill>
              </a:rPr>
            </a:br>
            <a:br>
              <a:rPr lang="en-GB" sz="5400" b="1">
                <a:solidFill>
                  <a:schemeClr val="accent5">
                    <a:lumMod val="50000"/>
                  </a:schemeClr>
                </a:solidFill>
              </a:rPr>
            </a:br>
            <a:r>
              <a:rPr lang="en-GB" sz="5400" b="1" u="sng">
                <a:solidFill>
                  <a:schemeClr val="accent5">
                    <a:lumMod val="50000"/>
                  </a:schemeClr>
                </a:solidFill>
              </a:rPr>
              <a:t>Title</a:t>
            </a:r>
            <a:br>
              <a:rPr lang="en-GB" sz="5400" b="1" dirty="0">
                <a:solidFill>
                  <a:schemeClr val="accent5">
                    <a:lumMod val="50000"/>
                  </a:schemeClr>
                </a:solidFill>
              </a:rPr>
            </a:br>
            <a:br>
              <a:rPr lang="en-GB" sz="5400" b="1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GB" sz="3200" b="1" dirty="0"/>
              <a:t>Customer Churn Analysis</a:t>
            </a:r>
            <a:br>
              <a:rPr lang="en-GB" sz="3200" dirty="0"/>
            </a:br>
            <a:r>
              <a:rPr lang="en-GB" sz="3200" dirty="0"/>
              <a:t>Using Python, EDA &amp; Data Visualization</a:t>
            </a:r>
            <a:br>
              <a:rPr lang="en-GB" sz="4800" dirty="0"/>
            </a:br>
            <a:br>
              <a:rPr lang="en-GB" sz="4800" dirty="0"/>
            </a:br>
            <a:r>
              <a:rPr lang="en-GB" sz="4800" b="1" dirty="0"/>
              <a:t>By: [</a:t>
            </a:r>
            <a:r>
              <a:rPr lang="en-GB" sz="4800" b="1" dirty="0" err="1"/>
              <a:t>anshima</a:t>
            </a:r>
            <a:r>
              <a:rPr lang="en-GB" sz="4800" b="1" dirty="0"/>
              <a:t>]</a:t>
            </a:r>
            <a:br>
              <a:rPr lang="en-GB" sz="4800" dirty="0"/>
            </a:b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585075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48FB680-E1A0-B822-409F-4785AFE67B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3933883"/>
              </p:ext>
            </p:extLst>
          </p:nvPr>
        </p:nvGraphicFramePr>
        <p:xfrm>
          <a:off x="1371600" y="809625"/>
          <a:ext cx="9601200" cy="5375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1546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D228AC4-389B-73A6-581B-644CC438A2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2264842"/>
              </p:ext>
            </p:extLst>
          </p:nvPr>
        </p:nvGraphicFramePr>
        <p:xfrm>
          <a:off x="1371600" y="296779"/>
          <a:ext cx="9601200" cy="5855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0646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E912E0-FDAD-EB0C-37AE-46953F27C8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9884111"/>
              </p:ext>
            </p:extLst>
          </p:nvPr>
        </p:nvGraphicFramePr>
        <p:xfrm>
          <a:off x="1371600" y="272716"/>
          <a:ext cx="9601200" cy="609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0133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E19259-C94C-D5A0-EF92-09BA647208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305725"/>
              </p:ext>
            </p:extLst>
          </p:nvPr>
        </p:nvGraphicFramePr>
        <p:xfrm>
          <a:off x="1371600" y="675861"/>
          <a:ext cx="9601200" cy="5734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8908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DAE21A-FB8E-5849-114A-88EB932409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2886023"/>
              </p:ext>
            </p:extLst>
          </p:nvPr>
        </p:nvGraphicFramePr>
        <p:xfrm>
          <a:off x="1295400" y="477520"/>
          <a:ext cx="9601200" cy="6065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5693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53D444-D539-E22E-D803-E270611D44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8690094"/>
              </p:ext>
            </p:extLst>
          </p:nvPr>
        </p:nvGraphicFramePr>
        <p:xfrm>
          <a:off x="1371600" y="548640"/>
          <a:ext cx="10078720" cy="6055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4838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0A326D-5535-0397-91E0-EBD4980CB2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3368208"/>
              </p:ext>
            </p:extLst>
          </p:nvPr>
        </p:nvGraphicFramePr>
        <p:xfrm>
          <a:off x="1371600" y="538480"/>
          <a:ext cx="9601200" cy="5720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2231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EFCBB68B-BA2D-A3E2-9E46-1F0401795F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8632024"/>
              </p:ext>
            </p:extLst>
          </p:nvPr>
        </p:nvGraphicFramePr>
        <p:xfrm>
          <a:off x="1371600" y="599440"/>
          <a:ext cx="9601200" cy="575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523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ECA98F32-71C2-ED3B-BCA9-A975E9743D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0093503"/>
              </p:ext>
            </p:extLst>
          </p:nvPr>
        </p:nvGraphicFramePr>
        <p:xfrm>
          <a:off x="1371600" y="477520"/>
          <a:ext cx="9601200" cy="5974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3800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9973B3F3-85E6-871D-42A2-2FA9EEBD50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2253364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4591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72BD5E18-B19D-E84E-95A0-D4833A96B3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532057"/>
              </p:ext>
            </p:extLst>
          </p:nvPr>
        </p:nvGraphicFramePr>
        <p:xfrm>
          <a:off x="1371600" y="256674"/>
          <a:ext cx="9601200" cy="6601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2641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CCCA1-518A-2719-5ACC-3744EAFCD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ctr"/>
            <a:r>
              <a:rPr lang="en-IN" sz="28600" u="sng" dirty="0"/>
              <a:t>Thank You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6600337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{BD3C87BD-D1FA-4948-991A-38D560BB2CBE}tf10001105</Template>
  <TotalTime>32</TotalTime>
  <Words>303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Bahnschrift</vt:lpstr>
      <vt:lpstr>Franklin Gothic Book</vt:lpstr>
      <vt:lpstr>Crop</vt:lpstr>
      <vt:lpstr>   Title  Customer Churn Analysis Using Python, EDA &amp; Data Visualization  By: [anshima]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2</cp:revision>
  <dcterms:created xsi:type="dcterms:W3CDTF">2025-12-02T22:28:45Z</dcterms:created>
  <dcterms:modified xsi:type="dcterms:W3CDTF">2025-12-03T18:21:01Z</dcterms:modified>
</cp:coreProperties>
</file>